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36"/>
    <p:restoredTop sz="94694"/>
  </p:normalViewPr>
  <p:slideViewPr>
    <p:cSldViewPr snapToGrid="0">
      <p:cViewPr varScale="1">
        <p:scale>
          <a:sx n="78" d="100"/>
          <a:sy n="78" d="100"/>
        </p:scale>
        <p:origin x="16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951A-72F8-94F6-28F7-3BE001741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C381D-94C0-166F-47DC-B4298B619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2CCA9-6B2D-046A-ABD3-57AB9EA27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77AD-F930-624E-A86D-57F31FF160D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EE873-7DC4-183B-3AD9-2DABDDC21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7CBC9-082B-E16E-EC81-5992909D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936A-806B-1442-9DDD-34F03EC97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A1D42-16E3-5108-3668-F8B7DD79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FAC19-E1D7-463D-1F6A-5AD558A59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3D128-6F41-CDC2-37E4-3F6420F7B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77AD-F930-624E-A86D-57F31FF160D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E78B4-EE1D-1106-7046-B513D4257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89872-0B7F-2655-1174-69BD3D37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936A-806B-1442-9DDD-34F03EC97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63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698E3-8F1A-113D-DC65-2151D6315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BA467-4C96-FC66-30A1-B4663A69D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A06CF-F9EF-E881-89A5-316037EE7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77AD-F930-624E-A86D-57F31FF160D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CD820-221A-7754-B3C5-DF8DF08F6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A30B4-3DF7-AE2E-DEE4-16458F969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936A-806B-1442-9DDD-34F03EC97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5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6CE57-BA53-14B2-DC7C-3693595CC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0F25D-996E-ED98-FA0E-A10EF7D70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410195-2B61-D504-F2F2-1977B513B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30DAD-697A-DE70-61C3-EF4B431C1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77AD-F930-624E-A86D-57F31FF160D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7A4B2-1275-570B-8019-3A832011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D5B21-90BB-8D3D-F5B6-08E5CAF9E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936A-806B-1442-9DDD-34F03EC97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02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D54E3-F5DF-D602-985D-F376D0AB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B1133-956F-DA0A-88C8-1AD27C6DB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77DCC-9018-5FE0-F0A9-19A97DAA7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97C519-EAC1-14DC-BFB2-C2B30BBB10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2D9C9C-5406-D960-5E60-AEDFDB3A5F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D65797-3E8E-FBDE-14B1-04B4E91F9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77AD-F930-624E-A86D-57F31FF160D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A79C8-BC88-46AB-0C85-9A5BE93A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F5BA41-3BF6-6588-2D20-5FE57C5C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936A-806B-1442-9DDD-34F03EC97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92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64631-3648-15E2-D28E-2D3D256EA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275EDF-1F46-F978-71CE-0BC8C5045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77AD-F930-624E-A86D-57F31FF160D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1BE123-C62A-ECC9-9F9D-C56D1EBCB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6329BF-2FBC-62BF-9FD7-09484A0F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936A-806B-1442-9DDD-34F03EC97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462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50B175-941E-4375-F218-30D6E7B27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77AD-F930-624E-A86D-57F31FF160D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E0936-4DEF-A966-DEF8-CD252A84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ECA03-21AB-E909-CA53-D05ED74F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936A-806B-1442-9DDD-34F03EC97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36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78D14-AB3D-DB5D-187D-60A42A43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B7E2F-EC77-FD36-0C79-990F01291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4E383-2301-472F-D53C-7730942FF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F63DD-A0A2-A61D-B2EE-FC5EBCC7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77AD-F930-624E-A86D-57F31FF160D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4F0A4-F045-DF50-1C4B-5E93DBF11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96959-3CC3-4588-6549-F76F85ABC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936A-806B-1442-9DDD-34F03EC97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17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5310C-3920-727C-8256-E4C7D7883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C91CC7-DA5D-06E3-B8D5-46954F1172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2C671-9D87-48C3-462A-DD95501BE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CF484-8A66-B258-59FB-8D072A4E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77AD-F930-624E-A86D-57F31FF160D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867F5-01EA-92EB-8457-D984A5C16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157DC-8CC7-6685-FA03-8F0A3C878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936A-806B-1442-9DDD-34F03EC97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00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FAC5D-185C-03C8-0E87-C28E6C65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721AC-7260-8C91-3095-CA9FF212B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B5A1E-DE56-C7C8-904E-390AA1931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77AD-F930-624E-A86D-57F31FF160D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CAB1A-ADA4-BA5E-C032-777E4A98F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9DD1C-DF2C-BE56-CEAC-0370B510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936A-806B-1442-9DDD-34F03EC97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4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8D052B-15CC-8C03-E134-7365F0207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6F11F-2E79-55C6-4E79-A0AFEA76B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AAB26-CDFE-31B6-5872-6D8D4E96F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77AD-F930-624E-A86D-57F31FF160D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C01C4-3B19-7789-7B89-ADF4A5C26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EB233-91A5-1CC0-4170-4C5B37B4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936A-806B-1442-9DDD-34F03EC97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75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A45A9B-6004-B615-8DB3-12220881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E1563-70A3-6856-6F27-F36B34A26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5FB92-0006-B138-8D4E-69E8D1D9F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E77AD-F930-624E-A86D-57F31FF160D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0DB9E-17B4-2D80-B717-2CB0FD3620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62367-B4E4-28BB-93F5-71DC83859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C936A-806B-1442-9DDD-34F03EC97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387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0E0B662-79F1-5FA0-416D-17D4B07B8F09}"/>
              </a:ext>
            </a:extLst>
          </p:cNvPr>
          <p:cNvSpPr/>
          <p:nvPr/>
        </p:nvSpPr>
        <p:spPr>
          <a:xfrm>
            <a:off x="0" y="0"/>
            <a:ext cx="12192000" cy="296883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74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un 7">
            <a:extLst>
              <a:ext uri="{FF2B5EF4-FFF2-40B4-BE49-F238E27FC236}">
                <a16:creationId xmlns:a16="http://schemas.microsoft.com/office/drawing/2014/main" id="{7ECA8582-D7C2-E157-B806-543D6E7E119C}"/>
              </a:ext>
            </a:extLst>
          </p:cNvPr>
          <p:cNvSpPr/>
          <p:nvPr/>
        </p:nvSpPr>
        <p:spPr>
          <a:xfrm>
            <a:off x="2707576" y="534389"/>
            <a:ext cx="1401288" cy="1353786"/>
          </a:xfrm>
          <a:prstGeom prst="sun">
            <a:avLst/>
          </a:prstGeom>
          <a:solidFill>
            <a:schemeClr val="accent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1BBB9B3C-C4DF-9E9B-156D-83AC2D649619}"/>
              </a:ext>
            </a:extLst>
          </p:cNvPr>
          <p:cNvSpPr/>
          <p:nvPr/>
        </p:nvSpPr>
        <p:spPr>
          <a:xfrm>
            <a:off x="0" y="165100"/>
            <a:ext cx="4263242" cy="280373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1A936D0A-9589-8054-C75B-546B58FC64F2}"/>
              </a:ext>
            </a:extLst>
          </p:cNvPr>
          <p:cNvSpPr/>
          <p:nvPr/>
        </p:nvSpPr>
        <p:spPr>
          <a:xfrm>
            <a:off x="2897578" y="997527"/>
            <a:ext cx="3109357" cy="1971304"/>
          </a:xfrm>
          <a:prstGeom prst="triangle">
            <a:avLst/>
          </a:prstGeom>
          <a:solidFill>
            <a:schemeClr val="accent6">
              <a:lumMod val="75000"/>
              <a:alpha val="81453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EF15422D-F245-F6DB-F607-5E4D80325249}"/>
              </a:ext>
            </a:extLst>
          </p:cNvPr>
          <p:cNvSpPr/>
          <p:nvPr/>
        </p:nvSpPr>
        <p:spPr>
          <a:xfrm>
            <a:off x="6096000" y="997527"/>
            <a:ext cx="4263242" cy="197130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6FCA0F40-1B1F-1112-D5F5-C70B3B293ABD}"/>
              </a:ext>
            </a:extLst>
          </p:cNvPr>
          <p:cNvSpPr/>
          <p:nvPr/>
        </p:nvSpPr>
        <p:spPr>
          <a:xfrm>
            <a:off x="8993578" y="997527"/>
            <a:ext cx="3109357" cy="1971304"/>
          </a:xfrm>
          <a:prstGeom prst="triangle">
            <a:avLst/>
          </a:prstGeom>
          <a:solidFill>
            <a:schemeClr val="accent1">
              <a:alpha val="6573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Moon and stars with solid fill">
            <a:extLst>
              <a:ext uri="{FF2B5EF4-FFF2-40B4-BE49-F238E27FC236}">
                <a16:creationId xmlns:a16="http://schemas.microsoft.com/office/drawing/2014/main" id="{272F07C6-BC28-156B-B5BF-F20B8963C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5772" y="534389"/>
            <a:ext cx="914400" cy="914400"/>
          </a:xfrm>
          <a:prstGeom prst="rect">
            <a:avLst/>
          </a:prstGeom>
        </p:spPr>
      </p:pic>
      <p:sp>
        <p:nvSpPr>
          <p:cNvPr id="37" name="Freeform 36">
            <a:extLst>
              <a:ext uri="{FF2B5EF4-FFF2-40B4-BE49-F238E27FC236}">
                <a16:creationId xmlns:a16="http://schemas.microsoft.com/office/drawing/2014/main" id="{E1BE7415-52A8-7607-9BAE-21505FB1A84C}"/>
              </a:ext>
            </a:extLst>
          </p:cNvPr>
          <p:cNvSpPr/>
          <p:nvPr/>
        </p:nvSpPr>
        <p:spPr>
          <a:xfrm>
            <a:off x="46880" y="486845"/>
            <a:ext cx="12145119" cy="2481502"/>
          </a:xfrm>
          <a:custGeom>
            <a:avLst/>
            <a:gdLst>
              <a:gd name="connsiteX0" fmla="*/ 0 w 11623040"/>
              <a:gd name="connsiteY0" fmla="*/ 2377327 h 2408508"/>
              <a:gd name="connsiteX1" fmla="*/ 1765300 w 11623040"/>
              <a:gd name="connsiteY1" fmla="*/ 2427 h 2408508"/>
              <a:gd name="connsiteX2" fmla="*/ 3200400 w 11623040"/>
              <a:gd name="connsiteY2" fmla="*/ 1907427 h 2408508"/>
              <a:gd name="connsiteX3" fmla="*/ 4076700 w 11623040"/>
              <a:gd name="connsiteY3" fmla="*/ 853327 h 2408508"/>
              <a:gd name="connsiteX4" fmla="*/ 5321300 w 11623040"/>
              <a:gd name="connsiteY4" fmla="*/ 2402727 h 2408508"/>
              <a:gd name="connsiteX5" fmla="*/ 6311900 w 11623040"/>
              <a:gd name="connsiteY5" fmla="*/ 1412127 h 2408508"/>
              <a:gd name="connsiteX6" fmla="*/ 7264400 w 11623040"/>
              <a:gd name="connsiteY6" fmla="*/ 2275727 h 2408508"/>
              <a:gd name="connsiteX7" fmla="*/ 8102600 w 11623040"/>
              <a:gd name="connsiteY7" fmla="*/ 1767727 h 2408508"/>
              <a:gd name="connsiteX8" fmla="*/ 8890000 w 11623040"/>
              <a:gd name="connsiteY8" fmla="*/ 2148727 h 2408508"/>
              <a:gd name="connsiteX9" fmla="*/ 9499600 w 11623040"/>
              <a:gd name="connsiteY9" fmla="*/ 1920127 h 2408508"/>
              <a:gd name="connsiteX10" fmla="*/ 9969500 w 11623040"/>
              <a:gd name="connsiteY10" fmla="*/ 2174127 h 2408508"/>
              <a:gd name="connsiteX11" fmla="*/ 11623040 w 11623040"/>
              <a:gd name="connsiteY11" fmla="*/ 2202067 h 2408508"/>
              <a:gd name="connsiteX12" fmla="*/ 11623040 w 11623040"/>
              <a:gd name="connsiteY12" fmla="*/ 2202067 h 2408508"/>
              <a:gd name="connsiteX0" fmla="*/ 0 w 11623040"/>
              <a:gd name="connsiteY0" fmla="*/ 2377343 h 2407190"/>
              <a:gd name="connsiteX1" fmla="*/ 1765300 w 11623040"/>
              <a:gd name="connsiteY1" fmla="*/ 2443 h 2407190"/>
              <a:gd name="connsiteX2" fmla="*/ 3200400 w 11623040"/>
              <a:gd name="connsiteY2" fmla="*/ 1907443 h 2407190"/>
              <a:gd name="connsiteX3" fmla="*/ 4387596 w 11623040"/>
              <a:gd name="connsiteY3" fmla="*/ 926495 h 2407190"/>
              <a:gd name="connsiteX4" fmla="*/ 5321300 w 11623040"/>
              <a:gd name="connsiteY4" fmla="*/ 2402743 h 2407190"/>
              <a:gd name="connsiteX5" fmla="*/ 6311900 w 11623040"/>
              <a:gd name="connsiteY5" fmla="*/ 1412143 h 2407190"/>
              <a:gd name="connsiteX6" fmla="*/ 7264400 w 11623040"/>
              <a:gd name="connsiteY6" fmla="*/ 2275743 h 2407190"/>
              <a:gd name="connsiteX7" fmla="*/ 8102600 w 11623040"/>
              <a:gd name="connsiteY7" fmla="*/ 1767743 h 2407190"/>
              <a:gd name="connsiteX8" fmla="*/ 8890000 w 11623040"/>
              <a:gd name="connsiteY8" fmla="*/ 2148743 h 2407190"/>
              <a:gd name="connsiteX9" fmla="*/ 9499600 w 11623040"/>
              <a:gd name="connsiteY9" fmla="*/ 1920143 h 2407190"/>
              <a:gd name="connsiteX10" fmla="*/ 9969500 w 11623040"/>
              <a:gd name="connsiteY10" fmla="*/ 2174143 h 2407190"/>
              <a:gd name="connsiteX11" fmla="*/ 11623040 w 11623040"/>
              <a:gd name="connsiteY11" fmla="*/ 2202083 h 2407190"/>
              <a:gd name="connsiteX12" fmla="*/ 11623040 w 11623040"/>
              <a:gd name="connsiteY12" fmla="*/ 2202083 h 2407190"/>
              <a:gd name="connsiteX0" fmla="*/ 0 w 11623040"/>
              <a:gd name="connsiteY0" fmla="*/ 2377343 h 2407190"/>
              <a:gd name="connsiteX1" fmla="*/ 1765300 w 11623040"/>
              <a:gd name="connsiteY1" fmla="*/ 2443 h 2407190"/>
              <a:gd name="connsiteX2" fmla="*/ 3200400 w 11623040"/>
              <a:gd name="connsiteY2" fmla="*/ 1907443 h 2407190"/>
              <a:gd name="connsiteX3" fmla="*/ 4387596 w 11623040"/>
              <a:gd name="connsiteY3" fmla="*/ 926495 h 2407190"/>
              <a:gd name="connsiteX4" fmla="*/ 5321300 w 11623040"/>
              <a:gd name="connsiteY4" fmla="*/ 2402743 h 2407190"/>
              <a:gd name="connsiteX5" fmla="*/ 6311900 w 11623040"/>
              <a:gd name="connsiteY5" fmla="*/ 1412143 h 2407190"/>
              <a:gd name="connsiteX6" fmla="*/ 7264400 w 11623040"/>
              <a:gd name="connsiteY6" fmla="*/ 2275743 h 2407190"/>
              <a:gd name="connsiteX7" fmla="*/ 8102600 w 11623040"/>
              <a:gd name="connsiteY7" fmla="*/ 1767743 h 2407190"/>
              <a:gd name="connsiteX8" fmla="*/ 8890000 w 11623040"/>
              <a:gd name="connsiteY8" fmla="*/ 2148743 h 2407190"/>
              <a:gd name="connsiteX9" fmla="*/ 9499600 w 11623040"/>
              <a:gd name="connsiteY9" fmla="*/ 1920143 h 2407190"/>
              <a:gd name="connsiteX10" fmla="*/ 9969500 w 11623040"/>
              <a:gd name="connsiteY10" fmla="*/ 2174143 h 2407190"/>
              <a:gd name="connsiteX11" fmla="*/ 11623040 w 11623040"/>
              <a:gd name="connsiteY11" fmla="*/ 2202083 h 2407190"/>
              <a:gd name="connsiteX12" fmla="*/ 11623040 w 11623040"/>
              <a:gd name="connsiteY12" fmla="*/ 2202083 h 2407190"/>
              <a:gd name="connsiteX0" fmla="*/ 0 w 11623040"/>
              <a:gd name="connsiteY0" fmla="*/ 2375004 h 2404851"/>
              <a:gd name="connsiteX1" fmla="*/ 1765300 w 11623040"/>
              <a:gd name="connsiteY1" fmla="*/ 104 h 2404851"/>
              <a:gd name="connsiteX2" fmla="*/ 3200400 w 11623040"/>
              <a:gd name="connsiteY2" fmla="*/ 1905104 h 2404851"/>
              <a:gd name="connsiteX3" fmla="*/ 4387596 w 11623040"/>
              <a:gd name="connsiteY3" fmla="*/ 924156 h 2404851"/>
              <a:gd name="connsiteX4" fmla="*/ 5321300 w 11623040"/>
              <a:gd name="connsiteY4" fmla="*/ 2400404 h 2404851"/>
              <a:gd name="connsiteX5" fmla="*/ 6311900 w 11623040"/>
              <a:gd name="connsiteY5" fmla="*/ 1409804 h 2404851"/>
              <a:gd name="connsiteX6" fmla="*/ 7264400 w 11623040"/>
              <a:gd name="connsiteY6" fmla="*/ 2273404 h 2404851"/>
              <a:gd name="connsiteX7" fmla="*/ 8102600 w 11623040"/>
              <a:gd name="connsiteY7" fmla="*/ 1765404 h 2404851"/>
              <a:gd name="connsiteX8" fmla="*/ 8890000 w 11623040"/>
              <a:gd name="connsiteY8" fmla="*/ 2146404 h 2404851"/>
              <a:gd name="connsiteX9" fmla="*/ 9499600 w 11623040"/>
              <a:gd name="connsiteY9" fmla="*/ 1917804 h 2404851"/>
              <a:gd name="connsiteX10" fmla="*/ 9969500 w 11623040"/>
              <a:gd name="connsiteY10" fmla="*/ 2171804 h 2404851"/>
              <a:gd name="connsiteX11" fmla="*/ 11623040 w 11623040"/>
              <a:gd name="connsiteY11" fmla="*/ 2199744 h 2404851"/>
              <a:gd name="connsiteX12" fmla="*/ 11623040 w 11623040"/>
              <a:gd name="connsiteY12" fmla="*/ 2199744 h 2404851"/>
              <a:gd name="connsiteX0" fmla="*/ 0 w 11623040"/>
              <a:gd name="connsiteY0" fmla="*/ 2375004 h 2404851"/>
              <a:gd name="connsiteX1" fmla="*/ 1765300 w 11623040"/>
              <a:gd name="connsiteY1" fmla="*/ 104 h 2404851"/>
              <a:gd name="connsiteX2" fmla="*/ 3200400 w 11623040"/>
              <a:gd name="connsiteY2" fmla="*/ 1905104 h 2404851"/>
              <a:gd name="connsiteX3" fmla="*/ 4387596 w 11623040"/>
              <a:gd name="connsiteY3" fmla="*/ 924156 h 2404851"/>
              <a:gd name="connsiteX4" fmla="*/ 5321300 w 11623040"/>
              <a:gd name="connsiteY4" fmla="*/ 2400404 h 2404851"/>
              <a:gd name="connsiteX5" fmla="*/ 6311900 w 11623040"/>
              <a:gd name="connsiteY5" fmla="*/ 1409804 h 2404851"/>
              <a:gd name="connsiteX6" fmla="*/ 7264400 w 11623040"/>
              <a:gd name="connsiteY6" fmla="*/ 2273404 h 2404851"/>
              <a:gd name="connsiteX7" fmla="*/ 8102600 w 11623040"/>
              <a:gd name="connsiteY7" fmla="*/ 1765404 h 2404851"/>
              <a:gd name="connsiteX8" fmla="*/ 8890000 w 11623040"/>
              <a:gd name="connsiteY8" fmla="*/ 2146404 h 2404851"/>
              <a:gd name="connsiteX9" fmla="*/ 9499600 w 11623040"/>
              <a:gd name="connsiteY9" fmla="*/ 1917804 h 2404851"/>
              <a:gd name="connsiteX10" fmla="*/ 9969500 w 11623040"/>
              <a:gd name="connsiteY10" fmla="*/ 2171804 h 2404851"/>
              <a:gd name="connsiteX11" fmla="*/ 11623040 w 11623040"/>
              <a:gd name="connsiteY11" fmla="*/ 2199744 h 2404851"/>
              <a:gd name="connsiteX12" fmla="*/ 11623040 w 11623040"/>
              <a:gd name="connsiteY12" fmla="*/ 2199744 h 2404851"/>
              <a:gd name="connsiteX0" fmla="*/ 0 w 11623040"/>
              <a:gd name="connsiteY0" fmla="*/ 2375004 h 2404851"/>
              <a:gd name="connsiteX1" fmla="*/ 1765300 w 11623040"/>
              <a:gd name="connsiteY1" fmla="*/ 104 h 2404851"/>
              <a:gd name="connsiteX2" fmla="*/ 3200400 w 11623040"/>
              <a:gd name="connsiteY2" fmla="*/ 1905104 h 2404851"/>
              <a:gd name="connsiteX3" fmla="*/ 4387596 w 11623040"/>
              <a:gd name="connsiteY3" fmla="*/ 924156 h 2404851"/>
              <a:gd name="connsiteX4" fmla="*/ 5321300 w 11623040"/>
              <a:gd name="connsiteY4" fmla="*/ 2400404 h 2404851"/>
              <a:gd name="connsiteX5" fmla="*/ 6311900 w 11623040"/>
              <a:gd name="connsiteY5" fmla="*/ 1409804 h 2404851"/>
              <a:gd name="connsiteX6" fmla="*/ 7264400 w 11623040"/>
              <a:gd name="connsiteY6" fmla="*/ 2273404 h 2404851"/>
              <a:gd name="connsiteX7" fmla="*/ 8102600 w 11623040"/>
              <a:gd name="connsiteY7" fmla="*/ 1765404 h 2404851"/>
              <a:gd name="connsiteX8" fmla="*/ 8890000 w 11623040"/>
              <a:gd name="connsiteY8" fmla="*/ 2146404 h 2404851"/>
              <a:gd name="connsiteX9" fmla="*/ 9390743 w 11623040"/>
              <a:gd name="connsiteY9" fmla="*/ 1928690 h 2404851"/>
              <a:gd name="connsiteX10" fmla="*/ 9969500 w 11623040"/>
              <a:gd name="connsiteY10" fmla="*/ 2171804 h 2404851"/>
              <a:gd name="connsiteX11" fmla="*/ 11623040 w 11623040"/>
              <a:gd name="connsiteY11" fmla="*/ 2199744 h 2404851"/>
              <a:gd name="connsiteX12" fmla="*/ 11623040 w 11623040"/>
              <a:gd name="connsiteY12" fmla="*/ 2199744 h 2404851"/>
              <a:gd name="connsiteX0" fmla="*/ 0 w 11623040"/>
              <a:gd name="connsiteY0" fmla="*/ 2375004 h 2404851"/>
              <a:gd name="connsiteX1" fmla="*/ 1765300 w 11623040"/>
              <a:gd name="connsiteY1" fmla="*/ 104 h 2404851"/>
              <a:gd name="connsiteX2" fmla="*/ 3200400 w 11623040"/>
              <a:gd name="connsiteY2" fmla="*/ 1905104 h 2404851"/>
              <a:gd name="connsiteX3" fmla="*/ 4222496 w 11623040"/>
              <a:gd name="connsiteY3" fmla="*/ 924156 h 2404851"/>
              <a:gd name="connsiteX4" fmla="*/ 5321300 w 11623040"/>
              <a:gd name="connsiteY4" fmla="*/ 2400404 h 2404851"/>
              <a:gd name="connsiteX5" fmla="*/ 6311900 w 11623040"/>
              <a:gd name="connsiteY5" fmla="*/ 1409804 h 2404851"/>
              <a:gd name="connsiteX6" fmla="*/ 7264400 w 11623040"/>
              <a:gd name="connsiteY6" fmla="*/ 2273404 h 2404851"/>
              <a:gd name="connsiteX7" fmla="*/ 8102600 w 11623040"/>
              <a:gd name="connsiteY7" fmla="*/ 1765404 h 2404851"/>
              <a:gd name="connsiteX8" fmla="*/ 8890000 w 11623040"/>
              <a:gd name="connsiteY8" fmla="*/ 2146404 h 2404851"/>
              <a:gd name="connsiteX9" fmla="*/ 9390743 w 11623040"/>
              <a:gd name="connsiteY9" fmla="*/ 1928690 h 2404851"/>
              <a:gd name="connsiteX10" fmla="*/ 9969500 w 11623040"/>
              <a:gd name="connsiteY10" fmla="*/ 2171804 h 2404851"/>
              <a:gd name="connsiteX11" fmla="*/ 11623040 w 11623040"/>
              <a:gd name="connsiteY11" fmla="*/ 2199744 h 2404851"/>
              <a:gd name="connsiteX12" fmla="*/ 11623040 w 11623040"/>
              <a:gd name="connsiteY12" fmla="*/ 2199744 h 2404851"/>
              <a:gd name="connsiteX0" fmla="*/ 0 w 11623040"/>
              <a:gd name="connsiteY0" fmla="*/ 2375004 h 2404851"/>
              <a:gd name="connsiteX1" fmla="*/ 1765300 w 11623040"/>
              <a:gd name="connsiteY1" fmla="*/ 104 h 2404851"/>
              <a:gd name="connsiteX2" fmla="*/ 3200400 w 11623040"/>
              <a:gd name="connsiteY2" fmla="*/ 1905104 h 2404851"/>
              <a:gd name="connsiteX3" fmla="*/ 4222496 w 11623040"/>
              <a:gd name="connsiteY3" fmla="*/ 924156 h 2404851"/>
              <a:gd name="connsiteX4" fmla="*/ 5321300 w 11623040"/>
              <a:gd name="connsiteY4" fmla="*/ 2400404 h 2404851"/>
              <a:gd name="connsiteX5" fmla="*/ 6311900 w 11623040"/>
              <a:gd name="connsiteY5" fmla="*/ 1409804 h 2404851"/>
              <a:gd name="connsiteX6" fmla="*/ 7264400 w 11623040"/>
              <a:gd name="connsiteY6" fmla="*/ 2273404 h 2404851"/>
              <a:gd name="connsiteX7" fmla="*/ 7848600 w 11623040"/>
              <a:gd name="connsiteY7" fmla="*/ 1803504 h 2404851"/>
              <a:gd name="connsiteX8" fmla="*/ 8890000 w 11623040"/>
              <a:gd name="connsiteY8" fmla="*/ 2146404 h 2404851"/>
              <a:gd name="connsiteX9" fmla="*/ 9390743 w 11623040"/>
              <a:gd name="connsiteY9" fmla="*/ 1928690 h 2404851"/>
              <a:gd name="connsiteX10" fmla="*/ 9969500 w 11623040"/>
              <a:gd name="connsiteY10" fmla="*/ 2171804 h 2404851"/>
              <a:gd name="connsiteX11" fmla="*/ 11623040 w 11623040"/>
              <a:gd name="connsiteY11" fmla="*/ 2199744 h 2404851"/>
              <a:gd name="connsiteX12" fmla="*/ 11623040 w 11623040"/>
              <a:gd name="connsiteY12" fmla="*/ 2199744 h 2404851"/>
              <a:gd name="connsiteX0" fmla="*/ 0 w 11623040"/>
              <a:gd name="connsiteY0" fmla="*/ 2375004 h 2404851"/>
              <a:gd name="connsiteX1" fmla="*/ 1765300 w 11623040"/>
              <a:gd name="connsiteY1" fmla="*/ 104 h 2404851"/>
              <a:gd name="connsiteX2" fmla="*/ 3200400 w 11623040"/>
              <a:gd name="connsiteY2" fmla="*/ 1905104 h 2404851"/>
              <a:gd name="connsiteX3" fmla="*/ 4222496 w 11623040"/>
              <a:gd name="connsiteY3" fmla="*/ 924156 h 2404851"/>
              <a:gd name="connsiteX4" fmla="*/ 5321300 w 11623040"/>
              <a:gd name="connsiteY4" fmla="*/ 2400404 h 2404851"/>
              <a:gd name="connsiteX5" fmla="*/ 6311900 w 11623040"/>
              <a:gd name="connsiteY5" fmla="*/ 1409804 h 2404851"/>
              <a:gd name="connsiteX6" fmla="*/ 7264400 w 11623040"/>
              <a:gd name="connsiteY6" fmla="*/ 2273404 h 2404851"/>
              <a:gd name="connsiteX7" fmla="*/ 7848600 w 11623040"/>
              <a:gd name="connsiteY7" fmla="*/ 1803504 h 2404851"/>
              <a:gd name="connsiteX8" fmla="*/ 8318500 w 11623040"/>
              <a:gd name="connsiteY8" fmla="*/ 2197204 h 2404851"/>
              <a:gd name="connsiteX9" fmla="*/ 9390743 w 11623040"/>
              <a:gd name="connsiteY9" fmla="*/ 1928690 h 2404851"/>
              <a:gd name="connsiteX10" fmla="*/ 9969500 w 11623040"/>
              <a:gd name="connsiteY10" fmla="*/ 2171804 h 2404851"/>
              <a:gd name="connsiteX11" fmla="*/ 11623040 w 11623040"/>
              <a:gd name="connsiteY11" fmla="*/ 2199744 h 2404851"/>
              <a:gd name="connsiteX12" fmla="*/ 11623040 w 11623040"/>
              <a:gd name="connsiteY12" fmla="*/ 2199744 h 2404851"/>
              <a:gd name="connsiteX0" fmla="*/ 0 w 11623040"/>
              <a:gd name="connsiteY0" fmla="*/ 2375004 h 2404851"/>
              <a:gd name="connsiteX1" fmla="*/ 1765300 w 11623040"/>
              <a:gd name="connsiteY1" fmla="*/ 104 h 2404851"/>
              <a:gd name="connsiteX2" fmla="*/ 3200400 w 11623040"/>
              <a:gd name="connsiteY2" fmla="*/ 1905104 h 2404851"/>
              <a:gd name="connsiteX3" fmla="*/ 4222496 w 11623040"/>
              <a:gd name="connsiteY3" fmla="*/ 924156 h 2404851"/>
              <a:gd name="connsiteX4" fmla="*/ 5321300 w 11623040"/>
              <a:gd name="connsiteY4" fmla="*/ 2400404 h 2404851"/>
              <a:gd name="connsiteX5" fmla="*/ 6311900 w 11623040"/>
              <a:gd name="connsiteY5" fmla="*/ 1409804 h 2404851"/>
              <a:gd name="connsiteX6" fmla="*/ 7264400 w 11623040"/>
              <a:gd name="connsiteY6" fmla="*/ 2273404 h 2404851"/>
              <a:gd name="connsiteX7" fmla="*/ 7848600 w 11623040"/>
              <a:gd name="connsiteY7" fmla="*/ 1803504 h 2404851"/>
              <a:gd name="connsiteX8" fmla="*/ 8318500 w 11623040"/>
              <a:gd name="connsiteY8" fmla="*/ 2197204 h 2404851"/>
              <a:gd name="connsiteX9" fmla="*/ 8616043 w 11623040"/>
              <a:gd name="connsiteY9" fmla="*/ 1903290 h 2404851"/>
              <a:gd name="connsiteX10" fmla="*/ 9969500 w 11623040"/>
              <a:gd name="connsiteY10" fmla="*/ 2171804 h 2404851"/>
              <a:gd name="connsiteX11" fmla="*/ 11623040 w 11623040"/>
              <a:gd name="connsiteY11" fmla="*/ 2199744 h 2404851"/>
              <a:gd name="connsiteX12" fmla="*/ 11623040 w 11623040"/>
              <a:gd name="connsiteY12" fmla="*/ 2199744 h 2404851"/>
              <a:gd name="connsiteX0" fmla="*/ 0 w 11623040"/>
              <a:gd name="connsiteY0" fmla="*/ 2375004 h 2404851"/>
              <a:gd name="connsiteX1" fmla="*/ 1765300 w 11623040"/>
              <a:gd name="connsiteY1" fmla="*/ 104 h 2404851"/>
              <a:gd name="connsiteX2" fmla="*/ 3200400 w 11623040"/>
              <a:gd name="connsiteY2" fmla="*/ 1905104 h 2404851"/>
              <a:gd name="connsiteX3" fmla="*/ 4222496 w 11623040"/>
              <a:gd name="connsiteY3" fmla="*/ 924156 h 2404851"/>
              <a:gd name="connsiteX4" fmla="*/ 5321300 w 11623040"/>
              <a:gd name="connsiteY4" fmla="*/ 2400404 h 2404851"/>
              <a:gd name="connsiteX5" fmla="*/ 6311900 w 11623040"/>
              <a:gd name="connsiteY5" fmla="*/ 1409804 h 2404851"/>
              <a:gd name="connsiteX6" fmla="*/ 7264400 w 11623040"/>
              <a:gd name="connsiteY6" fmla="*/ 2273404 h 2404851"/>
              <a:gd name="connsiteX7" fmla="*/ 7848600 w 11623040"/>
              <a:gd name="connsiteY7" fmla="*/ 1803504 h 2404851"/>
              <a:gd name="connsiteX8" fmla="*/ 8318500 w 11623040"/>
              <a:gd name="connsiteY8" fmla="*/ 2197204 h 2404851"/>
              <a:gd name="connsiteX9" fmla="*/ 8616043 w 11623040"/>
              <a:gd name="connsiteY9" fmla="*/ 1903290 h 2404851"/>
              <a:gd name="connsiteX10" fmla="*/ 9969500 w 11623040"/>
              <a:gd name="connsiteY10" fmla="*/ 2171804 h 2404851"/>
              <a:gd name="connsiteX11" fmla="*/ 11623040 w 11623040"/>
              <a:gd name="connsiteY11" fmla="*/ 2199744 h 2404851"/>
              <a:gd name="connsiteX12" fmla="*/ 11623040 w 11623040"/>
              <a:gd name="connsiteY12" fmla="*/ 2199744 h 2404851"/>
              <a:gd name="connsiteX0" fmla="*/ 0 w 11623040"/>
              <a:gd name="connsiteY0" fmla="*/ 2375004 h 2404851"/>
              <a:gd name="connsiteX1" fmla="*/ 1765300 w 11623040"/>
              <a:gd name="connsiteY1" fmla="*/ 104 h 2404851"/>
              <a:gd name="connsiteX2" fmla="*/ 3200400 w 11623040"/>
              <a:gd name="connsiteY2" fmla="*/ 1905104 h 2404851"/>
              <a:gd name="connsiteX3" fmla="*/ 4222496 w 11623040"/>
              <a:gd name="connsiteY3" fmla="*/ 924156 h 2404851"/>
              <a:gd name="connsiteX4" fmla="*/ 5321300 w 11623040"/>
              <a:gd name="connsiteY4" fmla="*/ 2400404 h 2404851"/>
              <a:gd name="connsiteX5" fmla="*/ 6311900 w 11623040"/>
              <a:gd name="connsiteY5" fmla="*/ 1409804 h 2404851"/>
              <a:gd name="connsiteX6" fmla="*/ 7264400 w 11623040"/>
              <a:gd name="connsiteY6" fmla="*/ 2273404 h 2404851"/>
              <a:gd name="connsiteX7" fmla="*/ 7848600 w 11623040"/>
              <a:gd name="connsiteY7" fmla="*/ 1803504 h 2404851"/>
              <a:gd name="connsiteX8" fmla="*/ 8318500 w 11623040"/>
              <a:gd name="connsiteY8" fmla="*/ 2197204 h 2404851"/>
              <a:gd name="connsiteX9" fmla="*/ 8616043 w 11623040"/>
              <a:gd name="connsiteY9" fmla="*/ 1903290 h 2404851"/>
              <a:gd name="connsiteX10" fmla="*/ 9055100 w 11623040"/>
              <a:gd name="connsiteY10" fmla="*/ 2184504 h 2404851"/>
              <a:gd name="connsiteX11" fmla="*/ 11623040 w 11623040"/>
              <a:gd name="connsiteY11" fmla="*/ 2199744 h 2404851"/>
              <a:gd name="connsiteX12" fmla="*/ 11623040 w 11623040"/>
              <a:gd name="connsiteY12" fmla="*/ 2199744 h 2404851"/>
              <a:gd name="connsiteX0" fmla="*/ 0 w 11623040"/>
              <a:gd name="connsiteY0" fmla="*/ 2375004 h 2404851"/>
              <a:gd name="connsiteX1" fmla="*/ 1765300 w 11623040"/>
              <a:gd name="connsiteY1" fmla="*/ 104 h 2404851"/>
              <a:gd name="connsiteX2" fmla="*/ 3200400 w 11623040"/>
              <a:gd name="connsiteY2" fmla="*/ 1905104 h 2404851"/>
              <a:gd name="connsiteX3" fmla="*/ 4222496 w 11623040"/>
              <a:gd name="connsiteY3" fmla="*/ 924156 h 2404851"/>
              <a:gd name="connsiteX4" fmla="*/ 5321300 w 11623040"/>
              <a:gd name="connsiteY4" fmla="*/ 2400404 h 2404851"/>
              <a:gd name="connsiteX5" fmla="*/ 6311900 w 11623040"/>
              <a:gd name="connsiteY5" fmla="*/ 1409804 h 2404851"/>
              <a:gd name="connsiteX6" fmla="*/ 7264400 w 11623040"/>
              <a:gd name="connsiteY6" fmla="*/ 2273404 h 2404851"/>
              <a:gd name="connsiteX7" fmla="*/ 7848600 w 11623040"/>
              <a:gd name="connsiteY7" fmla="*/ 1803504 h 2404851"/>
              <a:gd name="connsiteX8" fmla="*/ 8318500 w 11623040"/>
              <a:gd name="connsiteY8" fmla="*/ 2197204 h 2404851"/>
              <a:gd name="connsiteX9" fmla="*/ 8616043 w 11623040"/>
              <a:gd name="connsiteY9" fmla="*/ 1903290 h 2404851"/>
              <a:gd name="connsiteX10" fmla="*/ 9055100 w 11623040"/>
              <a:gd name="connsiteY10" fmla="*/ 2184504 h 2404851"/>
              <a:gd name="connsiteX11" fmla="*/ 11623040 w 11623040"/>
              <a:gd name="connsiteY11" fmla="*/ 2199744 h 2404851"/>
              <a:gd name="connsiteX12" fmla="*/ 11623040 w 11623040"/>
              <a:gd name="connsiteY12" fmla="*/ 2199744 h 2404851"/>
              <a:gd name="connsiteX0" fmla="*/ 0 w 11862526"/>
              <a:gd name="connsiteY0" fmla="*/ 2399337 h 2407413"/>
              <a:gd name="connsiteX1" fmla="*/ 2004786 w 11862526"/>
              <a:gd name="connsiteY1" fmla="*/ 2666 h 2407413"/>
              <a:gd name="connsiteX2" fmla="*/ 3439886 w 11862526"/>
              <a:gd name="connsiteY2" fmla="*/ 1907666 h 2407413"/>
              <a:gd name="connsiteX3" fmla="*/ 4461982 w 11862526"/>
              <a:gd name="connsiteY3" fmla="*/ 926718 h 2407413"/>
              <a:gd name="connsiteX4" fmla="*/ 5560786 w 11862526"/>
              <a:gd name="connsiteY4" fmla="*/ 2402966 h 2407413"/>
              <a:gd name="connsiteX5" fmla="*/ 6551386 w 11862526"/>
              <a:gd name="connsiteY5" fmla="*/ 1412366 h 2407413"/>
              <a:gd name="connsiteX6" fmla="*/ 7503886 w 11862526"/>
              <a:gd name="connsiteY6" fmla="*/ 2275966 h 2407413"/>
              <a:gd name="connsiteX7" fmla="*/ 8088086 w 11862526"/>
              <a:gd name="connsiteY7" fmla="*/ 1806066 h 2407413"/>
              <a:gd name="connsiteX8" fmla="*/ 8557986 w 11862526"/>
              <a:gd name="connsiteY8" fmla="*/ 2199766 h 2407413"/>
              <a:gd name="connsiteX9" fmla="*/ 8855529 w 11862526"/>
              <a:gd name="connsiteY9" fmla="*/ 1905852 h 2407413"/>
              <a:gd name="connsiteX10" fmla="*/ 9294586 w 11862526"/>
              <a:gd name="connsiteY10" fmla="*/ 2187066 h 2407413"/>
              <a:gd name="connsiteX11" fmla="*/ 11862526 w 11862526"/>
              <a:gd name="connsiteY11" fmla="*/ 2202306 h 2407413"/>
              <a:gd name="connsiteX12" fmla="*/ 11862526 w 11862526"/>
              <a:gd name="connsiteY12" fmla="*/ 2202306 h 2407413"/>
              <a:gd name="connsiteX0" fmla="*/ 0 w 11862526"/>
              <a:gd name="connsiteY0" fmla="*/ 2399337 h 2407413"/>
              <a:gd name="connsiteX1" fmla="*/ 2004786 w 11862526"/>
              <a:gd name="connsiteY1" fmla="*/ 2666 h 2407413"/>
              <a:gd name="connsiteX2" fmla="*/ 3439886 w 11862526"/>
              <a:gd name="connsiteY2" fmla="*/ 1907666 h 2407413"/>
              <a:gd name="connsiteX3" fmla="*/ 4461982 w 11862526"/>
              <a:gd name="connsiteY3" fmla="*/ 926718 h 2407413"/>
              <a:gd name="connsiteX4" fmla="*/ 5560786 w 11862526"/>
              <a:gd name="connsiteY4" fmla="*/ 2402966 h 2407413"/>
              <a:gd name="connsiteX5" fmla="*/ 6551386 w 11862526"/>
              <a:gd name="connsiteY5" fmla="*/ 1412366 h 2407413"/>
              <a:gd name="connsiteX6" fmla="*/ 7503886 w 11862526"/>
              <a:gd name="connsiteY6" fmla="*/ 2275966 h 2407413"/>
              <a:gd name="connsiteX7" fmla="*/ 8088086 w 11862526"/>
              <a:gd name="connsiteY7" fmla="*/ 1806066 h 2407413"/>
              <a:gd name="connsiteX8" fmla="*/ 8557986 w 11862526"/>
              <a:gd name="connsiteY8" fmla="*/ 2199766 h 2407413"/>
              <a:gd name="connsiteX9" fmla="*/ 8855529 w 11862526"/>
              <a:gd name="connsiteY9" fmla="*/ 1905852 h 2407413"/>
              <a:gd name="connsiteX10" fmla="*/ 9294586 w 11862526"/>
              <a:gd name="connsiteY10" fmla="*/ 2187066 h 2407413"/>
              <a:gd name="connsiteX11" fmla="*/ 11862526 w 11862526"/>
              <a:gd name="connsiteY11" fmla="*/ 2202306 h 2407413"/>
              <a:gd name="connsiteX12" fmla="*/ 11862526 w 11862526"/>
              <a:gd name="connsiteY12" fmla="*/ 2202306 h 2407413"/>
              <a:gd name="connsiteX0" fmla="*/ 0 w 11862526"/>
              <a:gd name="connsiteY0" fmla="*/ 2396686 h 2404762"/>
              <a:gd name="connsiteX1" fmla="*/ 2004786 w 11862526"/>
              <a:gd name="connsiteY1" fmla="*/ 15 h 2404762"/>
              <a:gd name="connsiteX2" fmla="*/ 3439886 w 11862526"/>
              <a:gd name="connsiteY2" fmla="*/ 1905015 h 2404762"/>
              <a:gd name="connsiteX3" fmla="*/ 4461982 w 11862526"/>
              <a:gd name="connsiteY3" fmla="*/ 924067 h 2404762"/>
              <a:gd name="connsiteX4" fmla="*/ 5560786 w 11862526"/>
              <a:gd name="connsiteY4" fmla="*/ 2400315 h 2404762"/>
              <a:gd name="connsiteX5" fmla="*/ 6551386 w 11862526"/>
              <a:gd name="connsiteY5" fmla="*/ 1409715 h 2404762"/>
              <a:gd name="connsiteX6" fmla="*/ 7503886 w 11862526"/>
              <a:gd name="connsiteY6" fmla="*/ 2273315 h 2404762"/>
              <a:gd name="connsiteX7" fmla="*/ 8088086 w 11862526"/>
              <a:gd name="connsiteY7" fmla="*/ 1803415 h 2404762"/>
              <a:gd name="connsiteX8" fmla="*/ 8557986 w 11862526"/>
              <a:gd name="connsiteY8" fmla="*/ 2197115 h 2404762"/>
              <a:gd name="connsiteX9" fmla="*/ 8855529 w 11862526"/>
              <a:gd name="connsiteY9" fmla="*/ 1903201 h 2404762"/>
              <a:gd name="connsiteX10" fmla="*/ 9294586 w 11862526"/>
              <a:gd name="connsiteY10" fmla="*/ 2184415 h 2404762"/>
              <a:gd name="connsiteX11" fmla="*/ 11862526 w 11862526"/>
              <a:gd name="connsiteY11" fmla="*/ 2199655 h 2404762"/>
              <a:gd name="connsiteX12" fmla="*/ 11862526 w 11862526"/>
              <a:gd name="connsiteY12" fmla="*/ 2199655 h 2404762"/>
              <a:gd name="connsiteX0" fmla="*/ 0 w 11862526"/>
              <a:gd name="connsiteY0" fmla="*/ 2396685 h 2404761"/>
              <a:gd name="connsiteX1" fmla="*/ 2004786 w 11862526"/>
              <a:gd name="connsiteY1" fmla="*/ 14 h 2404761"/>
              <a:gd name="connsiteX2" fmla="*/ 3439886 w 11862526"/>
              <a:gd name="connsiteY2" fmla="*/ 1905014 h 2404761"/>
              <a:gd name="connsiteX3" fmla="*/ 4461982 w 11862526"/>
              <a:gd name="connsiteY3" fmla="*/ 924066 h 2404761"/>
              <a:gd name="connsiteX4" fmla="*/ 5560786 w 11862526"/>
              <a:gd name="connsiteY4" fmla="*/ 2400314 h 2404761"/>
              <a:gd name="connsiteX5" fmla="*/ 6551386 w 11862526"/>
              <a:gd name="connsiteY5" fmla="*/ 1409714 h 2404761"/>
              <a:gd name="connsiteX6" fmla="*/ 7503886 w 11862526"/>
              <a:gd name="connsiteY6" fmla="*/ 2273314 h 2404761"/>
              <a:gd name="connsiteX7" fmla="*/ 8088086 w 11862526"/>
              <a:gd name="connsiteY7" fmla="*/ 1803414 h 2404761"/>
              <a:gd name="connsiteX8" fmla="*/ 8557986 w 11862526"/>
              <a:gd name="connsiteY8" fmla="*/ 2197114 h 2404761"/>
              <a:gd name="connsiteX9" fmla="*/ 8855529 w 11862526"/>
              <a:gd name="connsiteY9" fmla="*/ 1903200 h 2404761"/>
              <a:gd name="connsiteX10" fmla="*/ 9294586 w 11862526"/>
              <a:gd name="connsiteY10" fmla="*/ 2184414 h 2404761"/>
              <a:gd name="connsiteX11" fmla="*/ 11862526 w 11862526"/>
              <a:gd name="connsiteY11" fmla="*/ 2199654 h 2404761"/>
              <a:gd name="connsiteX12" fmla="*/ 11862526 w 11862526"/>
              <a:gd name="connsiteY12" fmla="*/ 2199654 h 2404761"/>
              <a:gd name="connsiteX0" fmla="*/ 0 w 11862526"/>
              <a:gd name="connsiteY0" fmla="*/ 2396684 h 2404760"/>
              <a:gd name="connsiteX1" fmla="*/ 2004786 w 11862526"/>
              <a:gd name="connsiteY1" fmla="*/ 13 h 2404760"/>
              <a:gd name="connsiteX2" fmla="*/ 3439886 w 11862526"/>
              <a:gd name="connsiteY2" fmla="*/ 1905013 h 2404760"/>
              <a:gd name="connsiteX3" fmla="*/ 4461982 w 11862526"/>
              <a:gd name="connsiteY3" fmla="*/ 924065 h 2404760"/>
              <a:gd name="connsiteX4" fmla="*/ 5560786 w 11862526"/>
              <a:gd name="connsiteY4" fmla="*/ 2400313 h 2404760"/>
              <a:gd name="connsiteX5" fmla="*/ 6551386 w 11862526"/>
              <a:gd name="connsiteY5" fmla="*/ 1409713 h 2404760"/>
              <a:gd name="connsiteX6" fmla="*/ 7503886 w 11862526"/>
              <a:gd name="connsiteY6" fmla="*/ 2273313 h 2404760"/>
              <a:gd name="connsiteX7" fmla="*/ 8088086 w 11862526"/>
              <a:gd name="connsiteY7" fmla="*/ 1803413 h 2404760"/>
              <a:gd name="connsiteX8" fmla="*/ 8557986 w 11862526"/>
              <a:gd name="connsiteY8" fmla="*/ 2197113 h 2404760"/>
              <a:gd name="connsiteX9" fmla="*/ 8855529 w 11862526"/>
              <a:gd name="connsiteY9" fmla="*/ 1903199 h 2404760"/>
              <a:gd name="connsiteX10" fmla="*/ 9294586 w 11862526"/>
              <a:gd name="connsiteY10" fmla="*/ 2184413 h 2404760"/>
              <a:gd name="connsiteX11" fmla="*/ 11862526 w 11862526"/>
              <a:gd name="connsiteY11" fmla="*/ 2199653 h 2404760"/>
              <a:gd name="connsiteX12" fmla="*/ 11862526 w 11862526"/>
              <a:gd name="connsiteY12" fmla="*/ 2199653 h 2404760"/>
              <a:gd name="connsiteX0" fmla="*/ 0 w 11862526"/>
              <a:gd name="connsiteY0" fmla="*/ 2399384 h 2407460"/>
              <a:gd name="connsiteX1" fmla="*/ 2004786 w 11862526"/>
              <a:gd name="connsiteY1" fmla="*/ 2713 h 2407460"/>
              <a:gd name="connsiteX2" fmla="*/ 3429000 w 11862526"/>
              <a:gd name="connsiteY2" fmla="*/ 1885941 h 2407460"/>
              <a:gd name="connsiteX3" fmla="*/ 4461982 w 11862526"/>
              <a:gd name="connsiteY3" fmla="*/ 926765 h 2407460"/>
              <a:gd name="connsiteX4" fmla="*/ 5560786 w 11862526"/>
              <a:gd name="connsiteY4" fmla="*/ 2403013 h 2407460"/>
              <a:gd name="connsiteX5" fmla="*/ 6551386 w 11862526"/>
              <a:gd name="connsiteY5" fmla="*/ 1412413 h 2407460"/>
              <a:gd name="connsiteX6" fmla="*/ 7503886 w 11862526"/>
              <a:gd name="connsiteY6" fmla="*/ 2276013 h 2407460"/>
              <a:gd name="connsiteX7" fmla="*/ 8088086 w 11862526"/>
              <a:gd name="connsiteY7" fmla="*/ 1806113 h 2407460"/>
              <a:gd name="connsiteX8" fmla="*/ 8557986 w 11862526"/>
              <a:gd name="connsiteY8" fmla="*/ 2199813 h 2407460"/>
              <a:gd name="connsiteX9" fmla="*/ 8855529 w 11862526"/>
              <a:gd name="connsiteY9" fmla="*/ 1905899 h 2407460"/>
              <a:gd name="connsiteX10" fmla="*/ 9294586 w 11862526"/>
              <a:gd name="connsiteY10" fmla="*/ 2187113 h 2407460"/>
              <a:gd name="connsiteX11" fmla="*/ 11862526 w 11862526"/>
              <a:gd name="connsiteY11" fmla="*/ 2202353 h 2407460"/>
              <a:gd name="connsiteX12" fmla="*/ 11862526 w 11862526"/>
              <a:gd name="connsiteY12" fmla="*/ 2202353 h 2407460"/>
              <a:gd name="connsiteX0" fmla="*/ 0 w 11862526"/>
              <a:gd name="connsiteY0" fmla="*/ 2399384 h 2403020"/>
              <a:gd name="connsiteX1" fmla="*/ 2004786 w 11862526"/>
              <a:gd name="connsiteY1" fmla="*/ 2713 h 2403020"/>
              <a:gd name="connsiteX2" fmla="*/ 3429000 w 11862526"/>
              <a:gd name="connsiteY2" fmla="*/ 1885941 h 2403020"/>
              <a:gd name="connsiteX3" fmla="*/ 4461982 w 11862526"/>
              <a:gd name="connsiteY3" fmla="*/ 926765 h 2403020"/>
              <a:gd name="connsiteX4" fmla="*/ 5560786 w 11862526"/>
              <a:gd name="connsiteY4" fmla="*/ 2403013 h 2403020"/>
              <a:gd name="connsiteX5" fmla="*/ 6551386 w 11862526"/>
              <a:gd name="connsiteY5" fmla="*/ 1412413 h 2403020"/>
              <a:gd name="connsiteX6" fmla="*/ 7503886 w 11862526"/>
              <a:gd name="connsiteY6" fmla="*/ 2276013 h 2403020"/>
              <a:gd name="connsiteX7" fmla="*/ 8088086 w 11862526"/>
              <a:gd name="connsiteY7" fmla="*/ 1806113 h 2403020"/>
              <a:gd name="connsiteX8" fmla="*/ 8557986 w 11862526"/>
              <a:gd name="connsiteY8" fmla="*/ 2199813 h 2403020"/>
              <a:gd name="connsiteX9" fmla="*/ 8855529 w 11862526"/>
              <a:gd name="connsiteY9" fmla="*/ 1905899 h 2403020"/>
              <a:gd name="connsiteX10" fmla="*/ 9294586 w 11862526"/>
              <a:gd name="connsiteY10" fmla="*/ 2187113 h 2403020"/>
              <a:gd name="connsiteX11" fmla="*/ 11862526 w 11862526"/>
              <a:gd name="connsiteY11" fmla="*/ 2202353 h 2403020"/>
              <a:gd name="connsiteX12" fmla="*/ 11862526 w 11862526"/>
              <a:gd name="connsiteY12" fmla="*/ 2202353 h 2403020"/>
              <a:gd name="connsiteX0" fmla="*/ 0 w 11862526"/>
              <a:gd name="connsiteY0" fmla="*/ 2399384 h 2399384"/>
              <a:gd name="connsiteX1" fmla="*/ 2004786 w 11862526"/>
              <a:gd name="connsiteY1" fmla="*/ 2713 h 2399384"/>
              <a:gd name="connsiteX2" fmla="*/ 3429000 w 11862526"/>
              <a:gd name="connsiteY2" fmla="*/ 1885941 h 2399384"/>
              <a:gd name="connsiteX3" fmla="*/ 4461982 w 11862526"/>
              <a:gd name="connsiteY3" fmla="*/ 926765 h 2399384"/>
              <a:gd name="connsiteX4" fmla="*/ 5541330 w 11862526"/>
              <a:gd name="connsiteY4" fmla="*/ 2130638 h 2399384"/>
              <a:gd name="connsiteX5" fmla="*/ 6551386 w 11862526"/>
              <a:gd name="connsiteY5" fmla="*/ 1412413 h 2399384"/>
              <a:gd name="connsiteX6" fmla="*/ 7503886 w 11862526"/>
              <a:gd name="connsiteY6" fmla="*/ 2276013 h 2399384"/>
              <a:gd name="connsiteX7" fmla="*/ 8088086 w 11862526"/>
              <a:gd name="connsiteY7" fmla="*/ 1806113 h 2399384"/>
              <a:gd name="connsiteX8" fmla="*/ 8557986 w 11862526"/>
              <a:gd name="connsiteY8" fmla="*/ 2199813 h 2399384"/>
              <a:gd name="connsiteX9" fmla="*/ 8855529 w 11862526"/>
              <a:gd name="connsiteY9" fmla="*/ 1905899 h 2399384"/>
              <a:gd name="connsiteX10" fmla="*/ 9294586 w 11862526"/>
              <a:gd name="connsiteY10" fmla="*/ 2187113 h 2399384"/>
              <a:gd name="connsiteX11" fmla="*/ 11862526 w 11862526"/>
              <a:gd name="connsiteY11" fmla="*/ 2202353 h 2399384"/>
              <a:gd name="connsiteX12" fmla="*/ 11862526 w 11862526"/>
              <a:gd name="connsiteY12" fmla="*/ 2202353 h 2399384"/>
              <a:gd name="connsiteX0" fmla="*/ 0 w 11862526"/>
              <a:gd name="connsiteY0" fmla="*/ 2399384 h 2399384"/>
              <a:gd name="connsiteX1" fmla="*/ 2004786 w 11862526"/>
              <a:gd name="connsiteY1" fmla="*/ 2713 h 2399384"/>
              <a:gd name="connsiteX2" fmla="*/ 3429000 w 11862526"/>
              <a:gd name="connsiteY2" fmla="*/ 1885941 h 2399384"/>
              <a:gd name="connsiteX3" fmla="*/ 4461982 w 11862526"/>
              <a:gd name="connsiteY3" fmla="*/ 926765 h 2399384"/>
              <a:gd name="connsiteX4" fmla="*/ 5541330 w 11862526"/>
              <a:gd name="connsiteY4" fmla="*/ 2130638 h 2399384"/>
              <a:gd name="connsiteX5" fmla="*/ 6750891 w 11862526"/>
              <a:gd name="connsiteY5" fmla="*/ 1412413 h 2399384"/>
              <a:gd name="connsiteX6" fmla="*/ 7503886 w 11862526"/>
              <a:gd name="connsiteY6" fmla="*/ 2276013 h 2399384"/>
              <a:gd name="connsiteX7" fmla="*/ 8088086 w 11862526"/>
              <a:gd name="connsiteY7" fmla="*/ 1806113 h 2399384"/>
              <a:gd name="connsiteX8" fmla="*/ 8557986 w 11862526"/>
              <a:gd name="connsiteY8" fmla="*/ 2199813 h 2399384"/>
              <a:gd name="connsiteX9" fmla="*/ 8855529 w 11862526"/>
              <a:gd name="connsiteY9" fmla="*/ 1905899 h 2399384"/>
              <a:gd name="connsiteX10" fmla="*/ 9294586 w 11862526"/>
              <a:gd name="connsiteY10" fmla="*/ 2187113 h 2399384"/>
              <a:gd name="connsiteX11" fmla="*/ 11862526 w 11862526"/>
              <a:gd name="connsiteY11" fmla="*/ 2202353 h 2399384"/>
              <a:gd name="connsiteX12" fmla="*/ 11862526 w 11862526"/>
              <a:gd name="connsiteY12" fmla="*/ 2202353 h 2399384"/>
              <a:gd name="connsiteX0" fmla="*/ 0 w 11862526"/>
              <a:gd name="connsiteY0" fmla="*/ 2399384 h 2399384"/>
              <a:gd name="connsiteX1" fmla="*/ 2004786 w 11862526"/>
              <a:gd name="connsiteY1" fmla="*/ 2713 h 2399384"/>
              <a:gd name="connsiteX2" fmla="*/ 3429000 w 11862526"/>
              <a:gd name="connsiteY2" fmla="*/ 1885941 h 2399384"/>
              <a:gd name="connsiteX3" fmla="*/ 4461982 w 11862526"/>
              <a:gd name="connsiteY3" fmla="*/ 926765 h 2399384"/>
              <a:gd name="connsiteX4" fmla="*/ 5823963 w 11862526"/>
              <a:gd name="connsiteY4" fmla="*/ 2114012 h 2399384"/>
              <a:gd name="connsiteX5" fmla="*/ 6750891 w 11862526"/>
              <a:gd name="connsiteY5" fmla="*/ 1412413 h 2399384"/>
              <a:gd name="connsiteX6" fmla="*/ 7503886 w 11862526"/>
              <a:gd name="connsiteY6" fmla="*/ 2276013 h 2399384"/>
              <a:gd name="connsiteX7" fmla="*/ 8088086 w 11862526"/>
              <a:gd name="connsiteY7" fmla="*/ 1806113 h 2399384"/>
              <a:gd name="connsiteX8" fmla="*/ 8557986 w 11862526"/>
              <a:gd name="connsiteY8" fmla="*/ 2199813 h 2399384"/>
              <a:gd name="connsiteX9" fmla="*/ 8855529 w 11862526"/>
              <a:gd name="connsiteY9" fmla="*/ 1905899 h 2399384"/>
              <a:gd name="connsiteX10" fmla="*/ 9294586 w 11862526"/>
              <a:gd name="connsiteY10" fmla="*/ 2187113 h 2399384"/>
              <a:gd name="connsiteX11" fmla="*/ 11862526 w 11862526"/>
              <a:gd name="connsiteY11" fmla="*/ 2202353 h 2399384"/>
              <a:gd name="connsiteX12" fmla="*/ 11862526 w 11862526"/>
              <a:gd name="connsiteY12" fmla="*/ 2202353 h 2399384"/>
              <a:gd name="connsiteX0" fmla="*/ 0 w 11862526"/>
              <a:gd name="connsiteY0" fmla="*/ 2399624 h 2399624"/>
              <a:gd name="connsiteX1" fmla="*/ 2004786 w 11862526"/>
              <a:gd name="connsiteY1" fmla="*/ 2953 h 2399624"/>
              <a:gd name="connsiteX2" fmla="*/ 3429000 w 11862526"/>
              <a:gd name="connsiteY2" fmla="*/ 1886181 h 2399624"/>
              <a:gd name="connsiteX3" fmla="*/ 4711364 w 11862526"/>
              <a:gd name="connsiteY3" fmla="*/ 1010132 h 2399624"/>
              <a:gd name="connsiteX4" fmla="*/ 5823963 w 11862526"/>
              <a:gd name="connsiteY4" fmla="*/ 2114252 h 2399624"/>
              <a:gd name="connsiteX5" fmla="*/ 6750891 w 11862526"/>
              <a:gd name="connsiteY5" fmla="*/ 1412653 h 2399624"/>
              <a:gd name="connsiteX6" fmla="*/ 7503886 w 11862526"/>
              <a:gd name="connsiteY6" fmla="*/ 2276253 h 2399624"/>
              <a:gd name="connsiteX7" fmla="*/ 8088086 w 11862526"/>
              <a:gd name="connsiteY7" fmla="*/ 1806353 h 2399624"/>
              <a:gd name="connsiteX8" fmla="*/ 8557986 w 11862526"/>
              <a:gd name="connsiteY8" fmla="*/ 2200053 h 2399624"/>
              <a:gd name="connsiteX9" fmla="*/ 8855529 w 11862526"/>
              <a:gd name="connsiteY9" fmla="*/ 1906139 h 2399624"/>
              <a:gd name="connsiteX10" fmla="*/ 9294586 w 11862526"/>
              <a:gd name="connsiteY10" fmla="*/ 2187353 h 2399624"/>
              <a:gd name="connsiteX11" fmla="*/ 11862526 w 11862526"/>
              <a:gd name="connsiteY11" fmla="*/ 2202593 h 2399624"/>
              <a:gd name="connsiteX12" fmla="*/ 11862526 w 11862526"/>
              <a:gd name="connsiteY12" fmla="*/ 2202593 h 2399624"/>
              <a:gd name="connsiteX0" fmla="*/ 0 w 11862526"/>
              <a:gd name="connsiteY0" fmla="*/ 2399624 h 2399624"/>
              <a:gd name="connsiteX1" fmla="*/ 2004786 w 11862526"/>
              <a:gd name="connsiteY1" fmla="*/ 2953 h 2399624"/>
              <a:gd name="connsiteX2" fmla="*/ 3429000 w 11862526"/>
              <a:gd name="connsiteY2" fmla="*/ 1886181 h 2399624"/>
              <a:gd name="connsiteX3" fmla="*/ 4711364 w 11862526"/>
              <a:gd name="connsiteY3" fmla="*/ 1010132 h 2399624"/>
              <a:gd name="connsiteX4" fmla="*/ 5823963 w 11862526"/>
              <a:gd name="connsiteY4" fmla="*/ 2114252 h 2399624"/>
              <a:gd name="connsiteX5" fmla="*/ 6750891 w 11862526"/>
              <a:gd name="connsiteY5" fmla="*/ 1412653 h 2399624"/>
              <a:gd name="connsiteX6" fmla="*/ 7503886 w 11862526"/>
              <a:gd name="connsiteY6" fmla="*/ 2276253 h 2399624"/>
              <a:gd name="connsiteX7" fmla="*/ 8088086 w 11862526"/>
              <a:gd name="connsiteY7" fmla="*/ 1806353 h 2399624"/>
              <a:gd name="connsiteX8" fmla="*/ 8557986 w 11862526"/>
              <a:gd name="connsiteY8" fmla="*/ 2200053 h 2399624"/>
              <a:gd name="connsiteX9" fmla="*/ 8855529 w 11862526"/>
              <a:gd name="connsiteY9" fmla="*/ 1906139 h 2399624"/>
              <a:gd name="connsiteX10" fmla="*/ 9294586 w 11862526"/>
              <a:gd name="connsiteY10" fmla="*/ 2187353 h 2399624"/>
              <a:gd name="connsiteX11" fmla="*/ 11862526 w 11862526"/>
              <a:gd name="connsiteY11" fmla="*/ 2202593 h 2399624"/>
              <a:gd name="connsiteX12" fmla="*/ 11862526 w 11862526"/>
              <a:gd name="connsiteY12" fmla="*/ 2202593 h 2399624"/>
              <a:gd name="connsiteX0" fmla="*/ 0 w 11862526"/>
              <a:gd name="connsiteY0" fmla="*/ 2399624 h 2399624"/>
              <a:gd name="connsiteX1" fmla="*/ 2004786 w 11862526"/>
              <a:gd name="connsiteY1" fmla="*/ 2953 h 2399624"/>
              <a:gd name="connsiteX2" fmla="*/ 3429000 w 11862526"/>
              <a:gd name="connsiteY2" fmla="*/ 1886181 h 2399624"/>
              <a:gd name="connsiteX3" fmla="*/ 4711364 w 11862526"/>
              <a:gd name="connsiteY3" fmla="*/ 1010132 h 2399624"/>
              <a:gd name="connsiteX4" fmla="*/ 5823963 w 11862526"/>
              <a:gd name="connsiteY4" fmla="*/ 2114252 h 2399624"/>
              <a:gd name="connsiteX5" fmla="*/ 6750891 w 11862526"/>
              <a:gd name="connsiteY5" fmla="*/ 1412653 h 2399624"/>
              <a:gd name="connsiteX6" fmla="*/ 7503886 w 11862526"/>
              <a:gd name="connsiteY6" fmla="*/ 2276253 h 2399624"/>
              <a:gd name="connsiteX7" fmla="*/ 8088086 w 11862526"/>
              <a:gd name="connsiteY7" fmla="*/ 1806353 h 2399624"/>
              <a:gd name="connsiteX8" fmla="*/ 8557986 w 11862526"/>
              <a:gd name="connsiteY8" fmla="*/ 2200053 h 2399624"/>
              <a:gd name="connsiteX9" fmla="*/ 8855529 w 11862526"/>
              <a:gd name="connsiteY9" fmla="*/ 1906139 h 2399624"/>
              <a:gd name="connsiteX10" fmla="*/ 9294586 w 11862526"/>
              <a:gd name="connsiteY10" fmla="*/ 2187353 h 2399624"/>
              <a:gd name="connsiteX11" fmla="*/ 11862526 w 11862526"/>
              <a:gd name="connsiteY11" fmla="*/ 2202593 h 2399624"/>
              <a:gd name="connsiteX12" fmla="*/ 11862526 w 11862526"/>
              <a:gd name="connsiteY12" fmla="*/ 2202593 h 2399624"/>
              <a:gd name="connsiteX0" fmla="*/ 0 w 11862526"/>
              <a:gd name="connsiteY0" fmla="*/ 2399624 h 2399624"/>
              <a:gd name="connsiteX1" fmla="*/ 2004786 w 11862526"/>
              <a:gd name="connsiteY1" fmla="*/ 2953 h 2399624"/>
              <a:gd name="connsiteX2" fmla="*/ 3429000 w 11862526"/>
              <a:gd name="connsiteY2" fmla="*/ 1886181 h 2399624"/>
              <a:gd name="connsiteX3" fmla="*/ 4711364 w 11862526"/>
              <a:gd name="connsiteY3" fmla="*/ 1010132 h 2399624"/>
              <a:gd name="connsiteX4" fmla="*/ 5823963 w 11862526"/>
              <a:gd name="connsiteY4" fmla="*/ 2114252 h 2399624"/>
              <a:gd name="connsiteX5" fmla="*/ 6750891 w 11862526"/>
              <a:gd name="connsiteY5" fmla="*/ 1412653 h 2399624"/>
              <a:gd name="connsiteX6" fmla="*/ 7503886 w 11862526"/>
              <a:gd name="connsiteY6" fmla="*/ 2276253 h 2399624"/>
              <a:gd name="connsiteX7" fmla="*/ 8088086 w 11862526"/>
              <a:gd name="connsiteY7" fmla="*/ 1806353 h 2399624"/>
              <a:gd name="connsiteX8" fmla="*/ 8541944 w 11862526"/>
              <a:gd name="connsiteY8" fmla="*/ 2344432 h 2399624"/>
              <a:gd name="connsiteX9" fmla="*/ 8855529 w 11862526"/>
              <a:gd name="connsiteY9" fmla="*/ 1906139 h 2399624"/>
              <a:gd name="connsiteX10" fmla="*/ 9294586 w 11862526"/>
              <a:gd name="connsiteY10" fmla="*/ 2187353 h 2399624"/>
              <a:gd name="connsiteX11" fmla="*/ 11862526 w 11862526"/>
              <a:gd name="connsiteY11" fmla="*/ 2202593 h 2399624"/>
              <a:gd name="connsiteX12" fmla="*/ 11862526 w 11862526"/>
              <a:gd name="connsiteY12" fmla="*/ 2202593 h 2399624"/>
              <a:gd name="connsiteX0" fmla="*/ 0 w 11862526"/>
              <a:gd name="connsiteY0" fmla="*/ 2399624 h 2399624"/>
              <a:gd name="connsiteX1" fmla="*/ 2004786 w 11862526"/>
              <a:gd name="connsiteY1" fmla="*/ 2953 h 2399624"/>
              <a:gd name="connsiteX2" fmla="*/ 3429000 w 11862526"/>
              <a:gd name="connsiteY2" fmla="*/ 1886181 h 2399624"/>
              <a:gd name="connsiteX3" fmla="*/ 4711364 w 11862526"/>
              <a:gd name="connsiteY3" fmla="*/ 1010132 h 2399624"/>
              <a:gd name="connsiteX4" fmla="*/ 5823963 w 11862526"/>
              <a:gd name="connsiteY4" fmla="*/ 2114252 h 2399624"/>
              <a:gd name="connsiteX5" fmla="*/ 6750891 w 11862526"/>
              <a:gd name="connsiteY5" fmla="*/ 1412653 h 2399624"/>
              <a:gd name="connsiteX6" fmla="*/ 7503886 w 11862526"/>
              <a:gd name="connsiteY6" fmla="*/ 2276253 h 2399624"/>
              <a:gd name="connsiteX7" fmla="*/ 8088086 w 11862526"/>
              <a:gd name="connsiteY7" fmla="*/ 1806353 h 2399624"/>
              <a:gd name="connsiteX8" fmla="*/ 8541944 w 11862526"/>
              <a:gd name="connsiteY8" fmla="*/ 2344432 h 2399624"/>
              <a:gd name="connsiteX9" fmla="*/ 8855529 w 11862526"/>
              <a:gd name="connsiteY9" fmla="*/ 1906139 h 2399624"/>
              <a:gd name="connsiteX10" fmla="*/ 9294586 w 11862526"/>
              <a:gd name="connsiteY10" fmla="*/ 2395901 h 2399624"/>
              <a:gd name="connsiteX11" fmla="*/ 11862526 w 11862526"/>
              <a:gd name="connsiteY11" fmla="*/ 2202593 h 2399624"/>
              <a:gd name="connsiteX12" fmla="*/ 11862526 w 11862526"/>
              <a:gd name="connsiteY12" fmla="*/ 2202593 h 2399624"/>
              <a:gd name="connsiteX0" fmla="*/ 0 w 12664632"/>
              <a:gd name="connsiteY0" fmla="*/ 2399624 h 2399624"/>
              <a:gd name="connsiteX1" fmla="*/ 2004786 w 12664632"/>
              <a:gd name="connsiteY1" fmla="*/ 2953 h 2399624"/>
              <a:gd name="connsiteX2" fmla="*/ 3429000 w 12664632"/>
              <a:gd name="connsiteY2" fmla="*/ 1886181 h 2399624"/>
              <a:gd name="connsiteX3" fmla="*/ 4711364 w 12664632"/>
              <a:gd name="connsiteY3" fmla="*/ 1010132 h 2399624"/>
              <a:gd name="connsiteX4" fmla="*/ 5823963 w 12664632"/>
              <a:gd name="connsiteY4" fmla="*/ 2114252 h 2399624"/>
              <a:gd name="connsiteX5" fmla="*/ 6750891 w 12664632"/>
              <a:gd name="connsiteY5" fmla="*/ 1412653 h 2399624"/>
              <a:gd name="connsiteX6" fmla="*/ 7503886 w 12664632"/>
              <a:gd name="connsiteY6" fmla="*/ 2276253 h 2399624"/>
              <a:gd name="connsiteX7" fmla="*/ 8088086 w 12664632"/>
              <a:gd name="connsiteY7" fmla="*/ 1806353 h 2399624"/>
              <a:gd name="connsiteX8" fmla="*/ 8541944 w 12664632"/>
              <a:gd name="connsiteY8" fmla="*/ 2344432 h 2399624"/>
              <a:gd name="connsiteX9" fmla="*/ 8855529 w 12664632"/>
              <a:gd name="connsiteY9" fmla="*/ 1906139 h 2399624"/>
              <a:gd name="connsiteX10" fmla="*/ 9294586 w 12664632"/>
              <a:gd name="connsiteY10" fmla="*/ 2395901 h 2399624"/>
              <a:gd name="connsiteX11" fmla="*/ 11862526 w 12664632"/>
              <a:gd name="connsiteY11" fmla="*/ 2202593 h 2399624"/>
              <a:gd name="connsiteX12" fmla="*/ 12664632 w 12664632"/>
              <a:gd name="connsiteY12" fmla="*/ 2202593 h 2399624"/>
              <a:gd name="connsiteX0" fmla="*/ 0 w 12664632"/>
              <a:gd name="connsiteY0" fmla="*/ 2399624 h 2453158"/>
              <a:gd name="connsiteX1" fmla="*/ 2004786 w 12664632"/>
              <a:gd name="connsiteY1" fmla="*/ 2953 h 2453158"/>
              <a:gd name="connsiteX2" fmla="*/ 3429000 w 12664632"/>
              <a:gd name="connsiteY2" fmla="*/ 1886181 h 2453158"/>
              <a:gd name="connsiteX3" fmla="*/ 4711364 w 12664632"/>
              <a:gd name="connsiteY3" fmla="*/ 1010132 h 2453158"/>
              <a:gd name="connsiteX4" fmla="*/ 5823963 w 12664632"/>
              <a:gd name="connsiteY4" fmla="*/ 2114252 h 2453158"/>
              <a:gd name="connsiteX5" fmla="*/ 6750891 w 12664632"/>
              <a:gd name="connsiteY5" fmla="*/ 1412653 h 2453158"/>
              <a:gd name="connsiteX6" fmla="*/ 7503886 w 12664632"/>
              <a:gd name="connsiteY6" fmla="*/ 2276253 h 2453158"/>
              <a:gd name="connsiteX7" fmla="*/ 8088086 w 12664632"/>
              <a:gd name="connsiteY7" fmla="*/ 1806353 h 2453158"/>
              <a:gd name="connsiteX8" fmla="*/ 8541944 w 12664632"/>
              <a:gd name="connsiteY8" fmla="*/ 2344432 h 2453158"/>
              <a:gd name="connsiteX9" fmla="*/ 8855529 w 12664632"/>
              <a:gd name="connsiteY9" fmla="*/ 1906139 h 2453158"/>
              <a:gd name="connsiteX10" fmla="*/ 9294586 w 12664632"/>
              <a:gd name="connsiteY10" fmla="*/ 2395901 h 2453158"/>
              <a:gd name="connsiteX11" fmla="*/ 11365220 w 12664632"/>
              <a:gd name="connsiteY11" fmla="*/ 2443225 h 2453158"/>
              <a:gd name="connsiteX12" fmla="*/ 12664632 w 12664632"/>
              <a:gd name="connsiteY12" fmla="*/ 2202593 h 2453158"/>
              <a:gd name="connsiteX0" fmla="*/ 0 w 12664632"/>
              <a:gd name="connsiteY0" fmla="*/ 2399624 h 2499919"/>
              <a:gd name="connsiteX1" fmla="*/ 2004786 w 12664632"/>
              <a:gd name="connsiteY1" fmla="*/ 2953 h 2499919"/>
              <a:gd name="connsiteX2" fmla="*/ 3429000 w 12664632"/>
              <a:gd name="connsiteY2" fmla="*/ 1886181 h 2499919"/>
              <a:gd name="connsiteX3" fmla="*/ 4711364 w 12664632"/>
              <a:gd name="connsiteY3" fmla="*/ 1010132 h 2499919"/>
              <a:gd name="connsiteX4" fmla="*/ 5823963 w 12664632"/>
              <a:gd name="connsiteY4" fmla="*/ 2114252 h 2499919"/>
              <a:gd name="connsiteX5" fmla="*/ 6750891 w 12664632"/>
              <a:gd name="connsiteY5" fmla="*/ 1412653 h 2499919"/>
              <a:gd name="connsiteX6" fmla="*/ 7503886 w 12664632"/>
              <a:gd name="connsiteY6" fmla="*/ 2276253 h 2499919"/>
              <a:gd name="connsiteX7" fmla="*/ 8088086 w 12664632"/>
              <a:gd name="connsiteY7" fmla="*/ 1806353 h 2499919"/>
              <a:gd name="connsiteX8" fmla="*/ 8541944 w 12664632"/>
              <a:gd name="connsiteY8" fmla="*/ 2344432 h 2499919"/>
              <a:gd name="connsiteX9" fmla="*/ 8855529 w 12664632"/>
              <a:gd name="connsiteY9" fmla="*/ 1906139 h 2499919"/>
              <a:gd name="connsiteX10" fmla="*/ 9294586 w 12664632"/>
              <a:gd name="connsiteY10" fmla="*/ 2395901 h 2499919"/>
              <a:gd name="connsiteX11" fmla="*/ 11365220 w 12664632"/>
              <a:gd name="connsiteY11" fmla="*/ 2443225 h 2499919"/>
              <a:gd name="connsiteX12" fmla="*/ 12664632 w 12664632"/>
              <a:gd name="connsiteY12" fmla="*/ 2202593 h 2499919"/>
              <a:gd name="connsiteX0" fmla="*/ 0 w 12680674"/>
              <a:gd name="connsiteY0" fmla="*/ 2399624 h 2751818"/>
              <a:gd name="connsiteX1" fmla="*/ 2004786 w 12680674"/>
              <a:gd name="connsiteY1" fmla="*/ 2953 h 2751818"/>
              <a:gd name="connsiteX2" fmla="*/ 3429000 w 12680674"/>
              <a:gd name="connsiteY2" fmla="*/ 1886181 h 2751818"/>
              <a:gd name="connsiteX3" fmla="*/ 4711364 w 12680674"/>
              <a:gd name="connsiteY3" fmla="*/ 1010132 h 2751818"/>
              <a:gd name="connsiteX4" fmla="*/ 5823963 w 12680674"/>
              <a:gd name="connsiteY4" fmla="*/ 2114252 h 2751818"/>
              <a:gd name="connsiteX5" fmla="*/ 6750891 w 12680674"/>
              <a:gd name="connsiteY5" fmla="*/ 1412653 h 2751818"/>
              <a:gd name="connsiteX6" fmla="*/ 7503886 w 12680674"/>
              <a:gd name="connsiteY6" fmla="*/ 2276253 h 2751818"/>
              <a:gd name="connsiteX7" fmla="*/ 8088086 w 12680674"/>
              <a:gd name="connsiteY7" fmla="*/ 1806353 h 2751818"/>
              <a:gd name="connsiteX8" fmla="*/ 8541944 w 12680674"/>
              <a:gd name="connsiteY8" fmla="*/ 2344432 h 2751818"/>
              <a:gd name="connsiteX9" fmla="*/ 8855529 w 12680674"/>
              <a:gd name="connsiteY9" fmla="*/ 1906139 h 2751818"/>
              <a:gd name="connsiteX10" fmla="*/ 9294586 w 12680674"/>
              <a:gd name="connsiteY10" fmla="*/ 2395901 h 2751818"/>
              <a:gd name="connsiteX11" fmla="*/ 11365220 w 12680674"/>
              <a:gd name="connsiteY11" fmla="*/ 2443225 h 2751818"/>
              <a:gd name="connsiteX12" fmla="*/ 12680674 w 12680674"/>
              <a:gd name="connsiteY12" fmla="*/ 2731982 h 2751818"/>
              <a:gd name="connsiteX0" fmla="*/ 0 w 12680674"/>
              <a:gd name="connsiteY0" fmla="*/ 2399624 h 2750655"/>
              <a:gd name="connsiteX1" fmla="*/ 2004786 w 12680674"/>
              <a:gd name="connsiteY1" fmla="*/ 2953 h 2750655"/>
              <a:gd name="connsiteX2" fmla="*/ 3429000 w 12680674"/>
              <a:gd name="connsiteY2" fmla="*/ 1886181 h 2750655"/>
              <a:gd name="connsiteX3" fmla="*/ 4711364 w 12680674"/>
              <a:gd name="connsiteY3" fmla="*/ 1010132 h 2750655"/>
              <a:gd name="connsiteX4" fmla="*/ 5823963 w 12680674"/>
              <a:gd name="connsiteY4" fmla="*/ 2114252 h 2750655"/>
              <a:gd name="connsiteX5" fmla="*/ 6750891 w 12680674"/>
              <a:gd name="connsiteY5" fmla="*/ 1412653 h 2750655"/>
              <a:gd name="connsiteX6" fmla="*/ 7503886 w 12680674"/>
              <a:gd name="connsiteY6" fmla="*/ 2276253 h 2750655"/>
              <a:gd name="connsiteX7" fmla="*/ 8088086 w 12680674"/>
              <a:gd name="connsiteY7" fmla="*/ 1806353 h 2750655"/>
              <a:gd name="connsiteX8" fmla="*/ 8541944 w 12680674"/>
              <a:gd name="connsiteY8" fmla="*/ 2344432 h 2750655"/>
              <a:gd name="connsiteX9" fmla="*/ 8855529 w 12680674"/>
              <a:gd name="connsiteY9" fmla="*/ 1906139 h 2750655"/>
              <a:gd name="connsiteX10" fmla="*/ 9294586 w 12680674"/>
              <a:gd name="connsiteY10" fmla="*/ 2395901 h 2750655"/>
              <a:gd name="connsiteX11" fmla="*/ 10883957 w 12680674"/>
              <a:gd name="connsiteY11" fmla="*/ 2427183 h 2750655"/>
              <a:gd name="connsiteX12" fmla="*/ 12680674 w 12680674"/>
              <a:gd name="connsiteY12" fmla="*/ 2731982 h 2750655"/>
              <a:gd name="connsiteX0" fmla="*/ 0 w 12071074"/>
              <a:gd name="connsiteY0" fmla="*/ 2399624 h 2553601"/>
              <a:gd name="connsiteX1" fmla="*/ 2004786 w 12071074"/>
              <a:gd name="connsiteY1" fmla="*/ 2953 h 2553601"/>
              <a:gd name="connsiteX2" fmla="*/ 3429000 w 12071074"/>
              <a:gd name="connsiteY2" fmla="*/ 1886181 h 2553601"/>
              <a:gd name="connsiteX3" fmla="*/ 4711364 w 12071074"/>
              <a:gd name="connsiteY3" fmla="*/ 1010132 h 2553601"/>
              <a:gd name="connsiteX4" fmla="*/ 5823963 w 12071074"/>
              <a:gd name="connsiteY4" fmla="*/ 2114252 h 2553601"/>
              <a:gd name="connsiteX5" fmla="*/ 6750891 w 12071074"/>
              <a:gd name="connsiteY5" fmla="*/ 1412653 h 2553601"/>
              <a:gd name="connsiteX6" fmla="*/ 7503886 w 12071074"/>
              <a:gd name="connsiteY6" fmla="*/ 2276253 h 2553601"/>
              <a:gd name="connsiteX7" fmla="*/ 8088086 w 12071074"/>
              <a:gd name="connsiteY7" fmla="*/ 1806353 h 2553601"/>
              <a:gd name="connsiteX8" fmla="*/ 8541944 w 12071074"/>
              <a:gd name="connsiteY8" fmla="*/ 2344432 h 2553601"/>
              <a:gd name="connsiteX9" fmla="*/ 8855529 w 12071074"/>
              <a:gd name="connsiteY9" fmla="*/ 1906139 h 2553601"/>
              <a:gd name="connsiteX10" fmla="*/ 9294586 w 12071074"/>
              <a:gd name="connsiteY10" fmla="*/ 2395901 h 2553601"/>
              <a:gd name="connsiteX11" fmla="*/ 10883957 w 12071074"/>
              <a:gd name="connsiteY11" fmla="*/ 2427183 h 2553601"/>
              <a:gd name="connsiteX12" fmla="*/ 12071074 w 12071074"/>
              <a:gd name="connsiteY12" fmla="*/ 2475308 h 2553601"/>
              <a:gd name="connsiteX0" fmla="*/ 0 w 12071074"/>
              <a:gd name="connsiteY0" fmla="*/ 2399624 h 2510958"/>
              <a:gd name="connsiteX1" fmla="*/ 2004786 w 12071074"/>
              <a:gd name="connsiteY1" fmla="*/ 2953 h 2510958"/>
              <a:gd name="connsiteX2" fmla="*/ 3429000 w 12071074"/>
              <a:gd name="connsiteY2" fmla="*/ 1886181 h 2510958"/>
              <a:gd name="connsiteX3" fmla="*/ 4711364 w 12071074"/>
              <a:gd name="connsiteY3" fmla="*/ 1010132 h 2510958"/>
              <a:gd name="connsiteX4" fmla="*/ 5823963 w 12071074"/>
              <a:gd name="connsiteY4" fmla="*/ 2114252 h 2510958"/>
              <a:gd name="connsiteX5" fmla="*/ 6750891 w 12071074"/>
              <a:gd name="connsiteY5" fmla="*/ 1412653 h 2510958"/>
              <a:gd name="connsiteX6" fmla="*/ 7503886 w 12071074"/>
              <a:gd name="connsiteY6" fmla="*/ 2276253 h 2510958"/>
              <a:gd name="connsiteX7" fmla="*/ 8088086 w 12071074"/>
              <a:gd name="connsiteY7" fmla="*/ 1806353 h 2510958"/>
              <a:gd name="connsiteX8" fmla="*/ 8541944 w 12071074"/>
              <a:gd name="connsiteY8" fmla="*/ 2344432 h 2510958"/>
              <a:gd name="connsiteX9" fmla="*/ 8855529 w 12071074"/>
              <a:gd name="connsiteY9" fmla="*/ 1906139 h 2510958"/>
              <a:gd name="connsiteX10" fmla="*/ 9294586 w 12071074"/>
              <a:gd name="connsiteY10" fmla="*/ 2395901 h 2510958"/>
              <a:gd name="connsiteX11" fmla="*/ 10883957 w 12071074"/>
              <a:gd name="connsiteY11" fmla="*/ 2427183 h 2510958"/>
              <a:gd name="connsiteX12" fmla="*/ 12071074 w 12071074"/>
              <a:gd name="connsiteY12" fmla="*/ 2475308 h 2510958"/>
              <a:gd name="connsiteX0" fmla="*/ 0 w 12071074"/>
              <a:gd name="connsiteY0" fmla="*/ 2399624 h 2475308"/>
              <a:gd name="connsiteX1" fmla="*/ 2004786 w 12071074"/>
              <a:gd name="connsiteY1" fmla="*/ 2953 h 2475308"/>
              <a:gd name="connsiteX2" fmla="*/ 3429000 w 12071074"/>
              <a:gd name="connsiteY2" fmla="*/ 1886181 h 2475308"/>
              <a:gd name="connsiteX3" fmla="*/ 4711364 w 12071074"/>
              <a:gd name="connsiteY3" fmla="*/ 1010132 h 2475308"/>
              <a:gd name="connsiteX4" fmla="*/ 5823963 w 12071074"/>
              <a:gd name="connsiteY4" fmla="*/ 2114252 h 2475308"/>
              <a:gd name="connsiteX5" fmla="*/ 6750891 w 12071074"/>
              <a:gd name="connsiteY5" fmla="*/ 1412653 h 2475308"/>
              <a:gd name="connsiteX6" fmla="*/ 7503886 w 12071074"/>
              <a:gd name="connsiteY6" fmla="*/ 2276253 h 2475308"/>
              <a:gd name="connsiteX7" fmla="*/ 8088086 w 12071074"/>
              <a:gd name="connsiteY7" fmla="*/ 1806353 h 2475308"/>
              <a:gd name="connsiteX8" fmla="*/ 8541944 w 12071074"/>
              <a:gd name="connsiteY8" fmla="*/ 2344432 h 2475308"/>
              <a:gd name="connsiteX9" fmla="*/ 8855529 w 12071074"/>
              <a:gd name="connsiteY9" fmla="*/ 1906139 h 2475308"/>
              <a:gd name="connsiteX10" fmla="*/ 9294586 w 12071074"/>
              <a:gd name="connsiteY10" fmla="*/ 2395901 h 2475308"/>
              <a:gd name="connsiteX11" fmla="*/ 10883957 w 12071074"/>
              <a:gd name="connsiteY11" fmla="*/ 2427183 h 2475308"/>
              <a:gd name="connsiteX12" fmla="*/ 12071074 w 12071074"/>
              <a:gd name="connsiteY12" fmla="*/ 2475308 h 2475308"/>
              <a:gd name="connsiteX0" fmla="*/ 0 w 12071074"/>
              <a:gd name="connsiteY0" fmla="*/ 2399624 h 2479575"/>
              <a:gd name="connsiteX1" fmla="*/ 2004786 w 12071074"/>
              <a:gd name="connsiteY1" fmla="*/ 2953 h 2479575"/>
              <a:gd name="connsiteX2" fmla="*/ 3429000 w 12071074"/>
              <a:gd name="connsiteY2" fmla="*/ 1886181 h 2479575"/>
              <a:gd name="connsiteX3" fmla="*/ 4711364 w 12071074"/>
              <a:gd name="connsiteY3" fmla="*/ 1010132 h 2479575"/>
              <a:gd name="connsiteX4" fmla="*/ 5823963 w 12071074"/>
              <a:gd name="connsiteY4" fmla="*/ 2114252 h 2479575"/>
              <a:gd name="connsiteX5" fmla="*/ 6750891 w 12071074"/>
              <a:gd name="connsiteY5" fmla="*/ 1412653 h 2479575"/>
              <a:gd name="connsiteX6" fmla="*/ 7503886 w 12071074"/>
              <a:gd name="connsiteY6" fmla="*/ 2276253 h 2479575"/>
              <a:gd name="connsiteX7" fmla="*/ 8088086 w 12071074"/>
              <a:gd name="connsiteY7" fmla="*/ 1806353 h 2479575"/>
              <a:gd name="connsiteX8" fmla="*/ 8541944 w 12071074"/>
              <a:gd name="connsiteY8" fmla="*/ 2344432 h 2479575"/>
              <a:gd name="connsiteX9" fmla="*/ 8855529 w 12071074"/>
              <a:gd name="connsiteY9" fmla="*/ 1906139 h 2479575"/>
              <a:gd name="connsiteX10" fmla="*/ 9294586 w 12071074"/>
              <a:gd name="connsiteY10" fmla="*/ 2395901 h 2479575"/>
              <a:gd name="connsiteX11" fmla="*/ 10883957 w 12071074"/>
              <a:gd name="connsiteY11" fmla="*/ 2427183 h 2479575"/>
              <a:gd name="connsiteX12" fmla="*/ 12071074 w 12071074"/>
              <a:gd name="connsiteY12" fmla="*/ 2475308 h 2479575"/>
              <a:gd name="connsiteX0" fmla="*/ 0 w 12071074"/>
              <a:gd name="connsiteY0" fmla="*/ 2399624 h 2477319"/>
              <a:gd name="connsiteX1" fmla="*/ 2004786 w 12071074"/>
              <a:gd name="connsiteY1" fmla="*/ 2953 h 2477319"/>
              <a:gd name="connsiteX2" fmla="*/ 3429000 w 12071074"/>
              <a:gd name="connsiteY2" fmla="*/ 1886181 h 2477319"/>
              <a:gd name="connsiteX3" fmla="*/ 4711364 w 12071074"/>
              <a:gd name="connsiteY3" fmla="*/ 1010132 h 2477319"/>
              <a:gd name="connsiteX4" fmla="*/ 5823963 w 12071074"/>
              <a:gd name="connsiteY4" fmla="*/ 2114252 h 2477319"/>
              <a:gd name="connsiteX5" fmla="*/ 6750891 w 12071074"/>
              <a:gd name="connsiteY5" fmla="*/ 1412653 h 2477319"/>
              <a:gd name="connsiteX6" fmla="*/ 7503886 w 12071074"/>
              <a:gd name="connsiteY6" fmla="*/ 2276253 h 2477319"/>
              <a:gd name="connsiteX7" fmla="*/ 8088086 w 12071074"/>
              <a:gd name="connsiteY7" fmla="*/ 1806353 h 2477319"/>
              <a:gd name="connsiteX8" fmla="*/ 8541944 w 12071074"/>
              <a:gd name="connsiteY8" fmla="*/ 2344432 h 2477319"/>
              <a:gd name="connsiteX9" fmla="*/ 8855529 w 12071074"/>
              <a:gd name="connsiteY9" fmla="*/ 1906139 h 2477319"/>
              <a:gd name="connsiteX10" fmla="*/ 9294586 w 12071074"/>
              <a:gd name="connsiteY10" fmla="*/ 2395901 h 2477319"/>
              <a:gd name="connsiteX11" fmla="*/ 10883957 w 12071074"/>
              <a:gd name="connsiteY11" fmla="*/ 2427183 h 2477319"/>
              <a:gd name="connsiteX12" fmla="*/ 12071074 w 12071074"/>
              <a:gd name="connsiteY12" fmla="*/ 2475308 h 2477319"/>
              <a:gd name="connsiteX0" fmla="*/ 0 w 12071074"/>
              <a:gd name="connsiteY0" fmla="*/ 2399624 h 2479231"/>
              <a:gd name="connsiteX1" fmla="*/ 2004786 w 12071074"/>
              <a:gd name="connsiteY1" fmla="*/ 2953 h 2479231"/>
              <a:gd name="connsiteX2" fmla="*/ 3429000 w 12071074"/>
              <a:gd name="connsiteY2" fmla="*/ 1886181 h 2479231"/>
              <a:gd name="connsiteX3" fmla="*/ 4711364 w 12071074"/>
              <a:gd name="connsiteY3" fmla="*/ 1010132 h 2479231"/>
              <a:gd name="connsiteX4" fmla="*/ 5823963 w 12071074"/>
              <a:gd name="connsiteY4" fmla="*/ 2114252 h 2479231"/>
              <a:gd name="connsiteX5" fmla="*/ 6750891 w 12071074"/>
              <a:gd name="connsiteY5" fmla="*/ 1412653 h 2479231"/>
              <a:gd name="connsiteX6" fmla="*/ 7503886 w 12071074"/>
              <a:gd name="connsiteY6" fmla="*/ 2276253 h 2479231"/>
              <a:gd name="connsiteX7" fmla="*/ 8088086 w 12071074"/>
              <a:gd name="connsiteY7" fmla="*/ 1806353 h 2479231"/>
              <a:gd name="connsiteX8" fmla="*/ 8541944 w 12071074"/>
              <a:gd name="connsiteY8" fmla="*/ 2344432 h 2479231"/>
              <a:gd name="connsiteX9" fmla="*/ 8855529 w 12071074"/>
              <a:gd name="connsiteY9" fmla="*/ 1906139 h 2479231"/>
              <a:gd name="connsiteX10" fmla="*/ 9294586 w 12071074"/>
              <a:gd name="connsiteY10" fmla="*/ 2395901 h 2479231"/>
              <a:gd name="connsiteX11" fmla="*/ 10722592 w 12071074"/>
              <a:gd name="connsiteY11" fmla="*/ 2473287 h 2479231"/>
              <a:gd name="connsiteX12" fmla="*/ 12071074 w 12071074"/>
              <a:gd name="connsiteY12" fmla="*/ 2475308 h 2479231"/>
              <a:gd name="connsiteX0" fmla="*/ 0 w 12071074"/>
              <a:gd name="connsiteY0" fmla="*/ 2399624 h 2477374"/>
              <a:gd name="connsiteX1" fmla="*/ 2004786 w 12071074"/>
              <a:gd name="connsiteY1" fmla="*/ 2953 h 2477374"/>
              <a:gd name="connsiteX2" fmla="*/ 3429000 w 12071074"/>
              <a:gd name="connsiteY2" fmla="*/ 1886181 h 2477374"/>
              <a:gd name="connsiteX3" fmla="*/ 4711364 w 12071074"/>
              <a:gd name="connsiteY3" fmla="*/ 1010132 h 2477374"/>
              <a:gd name="connsiteX4" fmla="*/ 5823963 w 12071074"/>
              <a:gd name="connsiteY4" fmla="*/ 2114252 h 2477374"/>
              <a:gd name="connsiteX5" fmla="*/ 6750891 w 12071074"/>
              <a:gd name="connsiteY5" fmla="*/ 1412653 h 2477374"/>
              <a:gd name="connsiteX6" fmla="*/ 7503886 w 12071074"/>
              <a:gd name="connsiteY6" fmla="*/ 2276253 h 2477374"/>
              <a:gd name="connsiteX7" fmla="*/ 8088086 w 12071074"/>
              <a:gd name="connsiteY7" fmla="*/ 1806353 h 2477374"/>
              <a:gd name="connsiteX8" fmla="*/ 8541944 w 12071074"/>
              <a:gd name="connsiteY8" fmla="*/ 2344432 h 2477374"/>
              <a:gd name="connsiteX9" fmla="*/ 8855529 w 12071074"/>
              <a:gd name="connsiteY9" fmla="*/ 1906139 h 2477374"/>
              <a:gd name="connsiteX10" fmla="*/ 9294586 w 12071074"/>
              <a:gd name="connsiteY10" fmla="*/ 2395901 h 2477374"/>
              <a:gd name="connsiteX11" fmla="*/ 10787906 w 12071074"/>
              <a:gd name="connsiteY11" fmla="*/ 2429745 h 2477374"/>
              <a:gd name="connsiteX12" fmla="*/ 12071074 w 12071074"/>
              <a:gd name="connsiteY12" fmla="*/ 2475308 h 2477374"/>
              <a:gd name="connsiteX0" fmla="*/ 0 w 12071074"/>
              <a:gd name="connsiteY0" fmla="*/ 2399624 h 2475308"/>
              <a:gd name="connsiteX1" fmla="*/ 2004786 w 12071074"/>
              <a:gd name="connsiteY1" fmla="*/ 2953 h 2475308"/>
              <a:gd name="connsiteX2" fmla="*/ 3429000 w 12071074"/>
              <a:gd name="connsiteY2" fmla="*/ 1886181 h 2475308"/>
              <a:gd name="connsiteX3" fmla="*/ 4711364 w 12071074"/>
              <a:gd name="connsiteY3" fmla="*/ 1010132 h 2475308"/>
              <a:gd name="connsiteX4" fmla="*/ 5823963 w 12071074"/>
              <a:gd name="connsiteY4" fmla="*/ 2114252 h 2475308"/>
              <a:gd name="connsiteX5" fmla="*/ 6750891 w 12071074"/>
              <a:gd name="connsiteY5" fmla="*/ 1412653 h 2475308"/>
              <a:gd name="connsiteX6" fmla="*/ 7503886 w 12071074"/>
              <a:gd name="connsiteY6" fmla="*/ 2276253 h 2475308"/>
              <a:gd name="connsiteX7" fmla="*/ 8088086 w 12071074"/>
              <a:gd name="connsiteY7" fmla="*/ 1806353 h 2475308"/>
              <a:gd name="connsiteX8" fmla="*/ 8541944 w 12071074"/>
              <a:gd name="connsiteY8" fmla="*/ 2344432 h 2475308"/>
              <a:gd name="connsiteX9" fmla="*/ 8855529 w 12071074"/>
              <a:gd name="connsiteY9" fmla="*/ 1906139 h 2475308"/>
              <a:gd name="connsiteX10" fmla="*/ 9294586 w 12071074"/>
              <a:gd name="connsiteY10" fmla="*/ 2395901 h 2475308"/>
              <a:gd name="connsiteX11" fmla="*/ 10787906 w 12071074"/>
              <a:gd name="connsiteY11" fmla="*/ 2429745 h 2475308"/>
              <a:gd name="connsiteX12" fmla="*/ 12071074 w 12071074"/>
              <a:gd name="connsiteY12" fmla="*/ 2475308 h 2475308"/>
              <a:gd name="connsiteX0" fmla="*/ 0 w 12071074"/>
              <a:gd name="connsiteY0" fmla="*/ 2399624 h 2445931"/>
              <a:gd name="connsiteX1" fmla="*/ 2004786 w 12071074"/>
              <a:gd name="connsiteY1" fmla="*/ 2953 h 2445931"/>
              <a:gd name="connsiteX2" fmla="*/ 3429000 w 12071074"/>
              <a:gd name="connsiteY2" fmla="*/ 1886181 h 2445931"/>
              <a:gd name="connsiteX3" fmla="*/ 4711364 w 12071074"/>
              <a:gd name="connsiteY3" fmla="*/ 1010132 h 2445931"/>
              <a:gd name="connsiteX4" fmla="*/ 5823963 w 12071074"/>
              <a:gd name="connsiteY4" fmla="*/ 2114252 h 2445931"/>
              <a:gd name="connsiteX5" fmla="*/ 6750891 w 12071074"/>
              <a:gd name="connsiteY5" fmla="*/ 1412653 h 2445931"/>
              <a:gd name="connsiteX6" fmla="*/ 7503886 w 12071074"/>
              <a:gd name="connsiteY6" fmla="*/ 2276253 h 2445931"/>
              <a:gd name="connsiteX7" fmla="*/ 8088086 w 12071074"/>
              <a:gd name="connsiteY7" fmla="*/ 1806353 h 2445931"/>
              <a:gd name="connsiteX8" fmla="*/ 8541944 w 12071074"/>
              <a:gd name="connsiteY8" fmla="*/ 2344432 h 2445931"/>
              <a:gd name="connsiteX9" fmla="*/ 8855529 w 12071074"/>
              <a:gd name="connsiteY9" fmla="*/ 1906139 h 2445931"/>
              <a:gd name="connsiteX10" fmla="*/ 9294586 w 12071074"/>
              <a:gd name="connsiteY10" fmla="*/ 2395901 h 2445931"/>
              <a:gd name="connsiteX11" fmla="*/ 10787906 w 12071074"/>
              <a:gd name="connsiteY11" fmla="*/ 2429745 h 2445931"/>
              <a:gd name="connsiteX12" fmla="*/ 12071074 w 12071074"/>
              <a:gd name="connsiteY12" fmla="*/ 2431765 h 2445931"/>
              <a:gd name="connsiteX0" fmla="*/ 0 w 12071074"/>
              <a:gd name="connsiteY0" fmla="*/ 2399624 h 2445931"/>
              <a:gd name="connsiteX1" fmla="*/ 2004786 w 12071074"/>
              <a:gd name="connsiteY1" fmla="*/ 2953 h 2445931"/>
              <a:gd name="connsiteX2" fmla="*/ 3429000 w 12071074"/>
              <a:gd name="connsiteY2" fmla="*/ 1886181 h 2445931"/>
              <a:gd name="connsiteX3" fmla="*/ 4711364 w 12071074"/>
              <a:gd name="connsiteY3" fmla="*/ 1010132 h 2445931"/>
              <a:gd name="connsiteX4" fmla="*/ 5823963 w 12071074"/>
              <a:gd name="connsiteY4" fmla="*/ 2114252 h 2445931"/>
              <a:gd name="connsiteX5" fmla="*/ 6750891 w 12071074"/>
              <a:gd name="connsiteY5" fmla="*/ 1412653 h 2445931"/>
              <a:gd name="connsiteX6" fmla="*/ 7503886 w 12071074"/>
              <a:gd name="connsiteY6" fmla="*/ 2276253 h 2445931"/>
              <a:gd name="connsiteX7" fmla="*/ 8088086 w 12071074"/>
              <a:gd name="connsiteY7" fmla="*/ 1806353 h 2445931"/>
              <a:gd name="connsiteX8" fmla="*/ 8541944 w 12071074"/>
              <a:gd name="connsiteY8" fmla="*/ 2344432 h 2445931"/>
              <a:gd name="connsiteX9" fmla="*/ 8855529 w 12071074"/>
              <a:gd name="connsiteY9" fmla="*/ 1906139 h 2445931"/>
              <a:gd name="connsiteX10" fmla="*/ 9294586 w 12071074"/>
              <a:gd name="connsiteY10" fmla="*/ 2395901 h 2445931"/>
              <a:gd name="connsiteX11" fmla="*/ 10787906 w 12071074"/>
              <a:gd name="connsiteY11" fmla="*/ 2429745 h 2445931"/>
              <a:gd name="connsiteX12" fmla="*/ 12071074 w 12071074"/>
              <a:gd name="connsiteY12" fmla="*/ 2431765 h 2445931"/>
              <a:gd name="connsiteX0" fmla="*/ 0 w 12060188"/>
              <a:gd name="connsiteY0" fmla="*/ 2399624 h 2466763"/>
              <a:gd name="connsiteX1" fmla="*/ 2004786 w 12060188"/>
              <a:gd name="connsiteY1" fmla="*/ 2953 h 2466763"/>
              <a:gd name="connsiteX2" fmla="*/ 3429000 w 12060188"/>
              <a:gd name="connsiteY2" fmla="*/ 1886181 h 2466763"/>
              <a:gd name="connsiteX3" fmla="*/ 4711364 w 12060188"/>
              <a:gd name="connsiteY3" fmla="*/ 1010132 h 2466763"/>
              <a:gd name="connsiteX4" fmla="*/ 5823963 w 12060188"/>
              <a:gd name="connsiteY4" fmla="*/ 2114252 h 2466763"/>
              <a:gd name="connsiteX5" fmla="*/ 6750891 w 12060188"/>
              <a:gd name="connsiteY5" fmla="*/ 1412653 h 2466763"/>
              <a:gd name="connsiteX6" fmla="*/ 7503886 w 12060188"/>
              <a:gd name="connsiteY6" fmla="*/ 2276253 h 2466763"/>
              <a:gd name="connsiteX7" fmla="*/ 8088086 w 12060188"/>
              <a:gd name="connsiteY7" fmla="*/ 1806353 h 2466763"/>
              <a:gd name="connsiteX8" fmla="*/ 8541944 w 12060188"/>
              <a:gd name="connsiteY8" fmla="*/ 2344432 h 2466763"/>
              <a:gd name="connsiteX9" fmla="*/ 8855529 w 12060188"/>
              <a:gd name="connsiteY9" fmla="*/ 1906139 h 2466763"/>
              <a:gd name="connsiteX10" fmla="*/ 9294586 w 12060188"/>
              <a:gd name="connsiteY10" fmla="*/ 2395901 h 2466763"/>
              <a:gd name="connsiteX11" fmla="*/ 10787906 w 12060188"/>
              <a:gd name="connsiteY11" fmla="*/ 2429745 h 2466763"/>
              <a:gd name="connsiteX12" fmla="*/ 12060188 w 12060188"/>
              <a:gd name="connsiteY12" fmla="*/ 2464422 h 2466763"/>
              <a:gd name="connsiteX0" fmla="*/ 0 w 12060188"/>
              <a:gd name="connsiteY0" fmla="*/ 2399624 h 2464422"/>
              <a:gd name="connsiteX1" fmla="*/ 2004786 w 12060188"/>
              <a:gd name="connsiteY1" fmla="*/ 2953 h 2464422"/>
              <a:gd name="connsiteX2" fmla="*/ 3429000 w 12060188"/>
              <a:gd name="connsiteY2" fmla="*/ 1886181 h 2464422"/>
              <a:gd name="connsiteX3" fmla="*/ 4711364 w 12060188"/>
              <a:gd name="connsiteY3" fmla="*/ 1010132 h 2464422"/>
              <a:gd name="connsiteX4" fmla="*/ 5823963 w 12060188"/>
              <a:gd name="connsiteY4" fmla="*/ 2114252 h 2464422"/>
              <a:gd name="connsiteX5" fmla="*/ 6750891 w 12060188"/>
              <a:gd name="connsiteY5" fmla="*/ 1412653 h 2464422"/>
              <a:gd name="connsiteX6" fmla="*/ 7503886 w 12060188"/>
              <a:gd name="connsiteY6" fmla="*/ 2276253 h 2464422"/>
              <a:gd name="connsiteX7" fmla="*/ 8088086 w 12060188"/>
              <a:gd name="connsiteY7" fmla="*/ 1806353 h 2464422"/>
              <a:gd name="connsiteX8" fmla="*/ 8541944 w 12060188"/>
              <a:gd name="connsiteY8" fmla="*/ 2344432 h 2464422"/>
              <a:gd name="connsiteX9" fmla="*/ 8855529 w 12060188"/>
              <a:gd name="connsiteY9" fmla="*/ 1906139 h 2464422"/>
              <a:gd name="connsiteX10" fmla="*/ 9294586 w 12060188"/>
              <a:gd name="connsiteY10" fmla="*/ 2395901 h 2464422"/>
              <a:gd name="connsiteX11" fmla="*/ 10787906 w 12060188"/>
              <a:gd name="connsiteY11" fmla="*/ 2429745 h 2464422"/>
              <a:gd name="connsiteX12" fmla="*/ 12060188 w 12060188"/>
              <a:gd name="connsiteY12" fmla="*/ 2464422 h 2464422"/>
              <a:gd name="connsiteX0" fmla="*/ 0 w 12092704"/>
              <a:gd name="connsiteY0" fmla="*/ 2482233 h 2482233"/>
              <a:gd name="connsiteX1" fmla="*/ 2037302 w 12092704"/>
              <a:gd name="connsiteY1" fmla="*/ 3919 h 2482233"/>
              <a:gd name="connsiteX2" fmla="*/ 3461516 w 12092704"/>
              <a:gd name="connsiteY2" fmla="*/ 1887147 h 2482233"/>
              <a:gd name="connsiteX3" fmla="*/ 4743880 w 12092704"/>
              <a:gd name="connsiteY3" fmla="*/ 1011098 h 2482233"/>
              <a:gd name="connsiteX4" fmla="*/ 5856479 w 12092704"/>
              <a:gd name="connsiteY4" fmla="*/ 2115218 h 2482233"/>
              <a:gd name="connsiteX5" fmla="*/ 6783407 w 12092704"/>
              <a:gd name="connsiteY5" fmla="*/ 1413619 h 2482233"/>
              <a:gd name="connsiteX6" fmla="*/ 7536402 w 12092704"/>
              <a:gd name="connsiteY6" fmla="*/ 2277219 h 2482233"/>
              <a:gd name="connsiteX7" fmla="*/ 8120602 w 12092704"/>
              <a:gd name="connsiteY7" fmla="*/ 1807319 h 2482233"/>
              <a:gd name="connsiteX8" fmla="*/ 8574460 w 12092704"/>
              <a:gd name="connsiteY8" fmla="*/ 2345398 h 2482233"/>
              <a:gd name="connsiteX9" fmla="*/ 8888045 w 12092704"/>
              <a:gd name="connsiteY9" fmla="*/ 1907105 h 2482233"/>
              <a:gd name="connsiteX10" fmla="*/ 9327102 w 12092704"/>
              <a:gd name="connsiteY10" fmla="*/ 2396867 h 2482233"/>
              <a:gd name="connsiteX11" fmla="*/ 10820422 w 12092704"/>
              <a:gd name="connsiteY11" fmla="*/ 2430711 h 2482233"/>
              <a:gd name="connsiteX12" fmla="*/ 12092704 w 12092704"/>
              <a:gd name="connsiteY12" fmla="*/ 2465388 h 2482233"/>
              <a:gd name="connsiteX0" fmla="*/ 0 w 12092704"/>
              <a:gd name="connsiteY0" fmla="*/ 2482233 h 2482233"/>
              <a:gd name="connsiteX1" fmla="*/ 2037302 w 12092704"/>
              <a:gd name="connsiteY1" fmla="*/ 3919 h 2482233"/>
              <a:gd name="connsiteX2" fmla="*/ 3461516 w 12092704"/>
              <a:gd name="connsiteY2" fmla="*/ 1887147 h 2482233"/>
              <a:gd name="connsiteX3" fmla="*/ 4743880 w 12092704"/>
              <a:gd name="connsiteY3" fmla="*/ 1011098 h 2482233"/>
              <a:gd name="connsiteX4" fmla="*/ 5856479 w 12092704"/>
              <a:gd name="connsiteY4" fmla="*/ 2115218 h 2482233"/>
              <a:gd name="connsiteX5" fmla="*/ 6783407 w 12092704"/>
              <a:gd name="connsiteY5" fmla="*/ 1413619 h 2482233"/>
              <a:gd name="connsiteX6" fmla="*/ 7536402 w 12092704"/>
              <a:gd name="connsiteY6" fmla="*/ 2277219 h 2482233"/>
              <a:gd name="connsiteX7" fmla="*/ 8120602 w 12092704"/>
              <a:gd name="connsiteY7" fmla="*/ 1807319 h 2482233"/>
              <a:gd name="connsiteX8" fmla="*/ 8574460 w 12092704"/>
              <a:gd name="connsiteY8" fmla="*/ 2345398 h 2482233"/>
              <a:gd name="connsiteX9" fmla="*/ 8888045 w 12092704"/>
              <a:gd name="connsiteY9" fmla="*/ 1907105 h 2482233"/>
              <a:gd name="connsiteX10" fmla="*/ 9327102 w 12092704"/>
              <a:gd name="connsiteY10" fmla="*/ 2396867 h 2482233"/>
              <a:gd name="connsiteX11" fmla="*/ 10820422 w 12092704"/>
              <a:gd name="connsiteY11" fmla="*/ 2430711 h 2482233"/>
              <a:gd name="connsiteX12" fmla="*/ 12092704 w 12092704"/>
              <a:gd name="connsiteY12" fmla="*/ 2465388 h 2482233"/>
              <a:gd name="connsiteX0" fmla="*/ 0 w 12092704"/>
              <a:gd name="connsiteY0" fmla="*/ 2482233 h 2482233"/>
              <a:gd name="connsiteX1" fmla="*/ 2037302 w 12092704"/>
              <a:gd name="connsiteY1" fmla="*/ 3919 h 2482233"/>
              <a:gd name="connsiteX2" fmla="*/ 3461516 w 12092704"/>
              <a:gd name="connsiteY2" fmla="*/ 1887147 h 2482233"/>
              <a:gd name="connsiteX3" fmla="*/ 4743880 w 12092704"/>
              <a:gd name="connsiteY3" fmla="*/ 1011098 h 2482233"/>
              <a:gd name="connsiteX4" fmla="*/ 5856479 w 12092704"/>
              <a:gd name="connsiteY4" fmla="*/ 2115218 h 2482233"/>
              <a:gd name="connsiteX5" fmla="*/ 6783407 w 12092704"/>
              <a:gd name="connsiteY5" fmla="*/ 1413619 h 2482233"/>
              <a:gd name="connsiteX6" fmla="*/ 7536402 w 12092704"/>
              <a:gd name="connsiteY6" fmla="*/ 2277219 h 2482233"/>
              <a:gd name="connsiteX7" fmla="*/ 8120602 w 12092704"/>
              <a:gd name="connsiteY7" fmla="*/ 1807319 h 2482233"/>
              <a:gd name="connsiteX8" fmla="*/ 8574460 w 12092704"/>
              <a:gd name="connsiteY8" fmla="*/ 2345398 h 2482233"/>
              <a:gd name="connsiteX9" fmla="*/ 8888045 w 12092704"/>
              <a:gd name="connsiteY9" fmla="*/ 1907105 h 2482233"/>
              <a:gd name="connsiteX10" fmla="*/ 9327102 w 12092704"/>
              <a:gd name="connsiteY10" fmla="*/ 2396867 h 2482233"/>
              <a:gd name="connsiteX11" fmla="*/ 10820422 w 12092704"/>
              <a:gd name="connsiteY11" fmla="*/ 2430711 h 2482233"/>
              <a:gd name="connsiteX12" fmla="*/ 12092704 w 12092704"/>
              <a:gd name="connsiteY12" fmla="*/ 2465388 h 2482233"/>
              <a:gd name="connsiteX0" fmla="*/ 0 w 12092704"/>
              <a:gd name="connsiteY0" fmla="*/ 2478800 h 2478800"/>
              <a:gd name="connsiteX1" fmla="*/ 2037302 w 12092704"/>
              <a:gd name="connsiteY1" fmla="*/ 486 h 2478800"/>
              <a:gd name="connsiteX2" fmla="*/ 3461516 w 12092704"/>
              <a:gd name="connsiteY2" fmla="*/ 1883714 h 2478800"/>
              <a:gd name="connsiteX3" fmla="*/ 4743880 w 12092704"/>
              <a:gd name="connsiteY3" fmla="*/ 1007665 h 2478800"/>
              <a:gd name="connsiteX4" fmla="*/ 5856479 w 12092704"/>
              <a:gd name="connsiteY4" fmla="*/ 2111785 h 2478800"/>
              <a:gd name="connsiteX5" fmla="*/ 6783407 w 12092704"/>
              <a:gd name="connsiteY5" fmla="*/ 1410186 h 2478800"/>
              <a:gd name="connsiteX6" fmla="*/ 7536402 w 12092704"/>
              <a:gd name="connsiteY6" fmla="*/ 2273786 h 2478800"/>
              <a:gd name="connsiteX7" fmla="*/ 8120602 w 12092704"/>
              <a:gd name="connsiteY7" fmla="*/ 1803886 h 2478800"/>
              <a:gd name="connsiteX8" fmla="*/ 8574460 w 12092704"/>
              <a:gd name="connsiteY8" fmla="*/ 2341965 h 2478800"/>
              <a:gd name="connsiteX9" fmla="*/ 8888045 w 12092704"/>
              <a:gd name="connsiteY9" fmla="*/ 1903672 h 2478800"/>
              <a:gd name="connsiteX10" fmla="*/ 9327102 w 12092704"/>
              <a:gd name="connsiteY10" fmla="*/ 2393434 h 2478800"/>
              <a:gd name="connsiteX11" fmla="*/ 10820422 w 12092704"/>
              <a:gd name="connsiteY11" fmla="*/ 2427278 h 2478800"/>
              <a:gd name="connsiteX12" fmla="*/ 12092704 w 12092704"/>
              <a:gd name="connsiteY12" fmla="*/ 2461955 h 2478800"/>
              <a:gd name="connsiteX0" fmla="*/ 0 w 12092704"/>
              <a:gd name="connsiteY0" fmla="*/ 2478444 h 2478444"/>
              <a:gd name="connsiteX1" fmla="*/ 2037302 w 12092704"/>
              <a:gd name="connsiteY1" fmla="*/ 130 h 2478444"/>
              <a:gd name="connsiteX2" fmla="*/ 3461516 w 12092704"/>
              <a:gd name="connsiteY2" fmla="*/ 1883358 h 2478444"/>
              <a:gd name="connsiteX3" fmla="*/ 4743880 w 12092704"/>
              <a:gd name="connsiteY3" fmla="*/ 1007309 h 2478444"/>
              <a:gd name="connsiteX4" fmla="*/ 5856479 w 12092704"/>
              <a:gd name="connsiteY4" fmla="*/ 2111429 h 2478444"/>
              <a:gd name="connsiteX5" fmla="*/ 6783407 w 12092704"/>
              <a:gd name="connsiteY5" fmla="*/ 1409830 h 2478444"/>
              <a:gd name="connsiteX6" fmla="*/ 7536402 w 12092704"/>
              <a:gd name="connsiteY6" fmla="*/ 2273430 h 2478444"/>
              <a:gd name="connsiteX7" fmla="*/ 8120602 w 12092704"/>
              <a:gd name="connsiteY7" fmla="*/ 1803530 h 2478444"/>
              <a:gd name="connsiteX8" fmla="*/ 8574460 w 12092704"/>
              <a:gd name="connsiteY8" fmla="*/ 2341609 h 2478444"/>
              <a:gd name="connsiteX9" fmla="*/ 8888045 w 12092704"/>
              <a:gd name="connsiteY9" fmla="*/ 1903316 h 2478444"/>
              <a:gd name="connsiteX10" fmla="*/ 9327102 w 12092704"/>
              <a:gd name="connsiteY10" fmla="*/ 2393078 h 2478444"/>
              <a:gd name="connsiteX11" fmla="*/ 10820422 w 12092704"/>
              <a:gd name="connsiteY11" fmla="*/ 2426922 h 2478444"/>
              <a:gd name="connsiteX12" fmla="*/ 12092704 w 12092704"/>
              <a:gd name="connsiteY12" fmla="*/ 2461599 h 2478444"/>
              <a:gd name="connsiteX0" fmla="*/ 0 w 12092704"/>
              <a:gd name="connsiteY0" fmla="*/ 2478444 h 2478444"/>
              <a:gd name="connsiteX1" fmla="*/ 2037302 w 12092704"/>
              <a:gd name="connsiteY1" fmla="*/ 130 h 2478444"/>
              <a:gd name="connsiteX2" fmla="*/ 3461516 w 12092704"/>
              <a:gd name="connsiteY2" fmla="*/ 1883358 h 2478444"/>
              <a:gd name="connsiteX3" fmla="*/ 4743880 w 12092704"/>
              <a:gd name="connsiteY3" fmla="*/ 1007309 h 2478444"/>
              <a:gd name="connsiteX4" fmla="*/ 5856479 w 12092704"/>
              <a:gd name="connsiteY4" fmla="*/ 2111429 h 2478444"/>
              <a:gd name="connsiteX5" fmla="*/ 6783407 w 12092704"/>
              <a:gd name="connsiteY5" fmla="*/ 1409830 h 2478444"/>
              <a:gd name="connsiteX6" fmla="*/ 7536402 w 12092704"/>
              <a:gd name="connsiteY6" fmla="*/ 2273430 h 2478444"/>
              <a:gd name="connsiteX7" fmla="*/ 8120602 w 12092704"/>
              <a:gd name="connsiteY7" fmla="*/ 1803530 h 2478444"/>
              <a:gd name="connsiteX8" fmla="*/ 8574460 w 12092704"/>
              <a:gd name="connsiteY8" fmla="*/ 2341609 h 2478444"/>
              <a:gd name="connsiteX9" fmla="*/ 8888045 w 12092704"/>
              <a:gd name="connsiteY9" fmla="*/ 1903316 h 2478444"/>
              <a:gd name="connsiteX10" fmla="*/ 9327102 w 12092704"/>
              <a:gd name="connsiteY10" fmla="*/ 2393078 h 2478444"/>
              <a:gd name="connsiteX11" fmla="*/ 10820422 w 12092704"/>
              <a:gd name="connsiteY11" fmla="*/ 2426922 h 2478444"/>
              <a:gd name="connsiteX12" fmla="*/ 12092704 w 12092704"/>
              <a:gd name="connsiteY12" fmla="*/ 2461599 h 2478444"/>
              <a:gd name="connsiteX0" fmla="*/ 0 w 12092704"/>
              <a:gd name="connsiteY0" fmla="*/ 2478406 h 2478406"/>
              <a:gd name="connsiteX1" fmla="*/ 2037302 w 12092704"/>
              <a:gd name="connsiteY1" fmla="*/ 92 h 2478406"/>
              <a:gd name="connsiteX2" fmla="*/ 3461516 w 12092704"/>
              <a:gd name="connsiteY2" fmla="*/ 1883320 h 2478406"/>
              <a:gd name="connsiteX3" fmla="*/ 4743880 w 12092704"/>
              <a:gd name="connsiteY3" fmla="*/ 1007271 h 2478406"/>
              <a:gd name="connsiteX4" fmla="*/ 5856479 w 12092704"/>
              <a:gd name="connsiteY4" fmla="*/ 2111391 h 2478406"/>
              <a:gd name="connsiteX5" fmla="*/ 6783407 w 12092704"/>
              <a:gd name="connsiteY5" fmla="*/ 1409792 h 2478406"/>
              <a:gd name="connsiteX6" fmla="*/ 7536402 w 12092704"/>
              <a:gd name="connsiteY6" fmla="*/ 2273392 h 2478406"/>
              <a:gd name="connsiteX7" fmla="*/ 8120602 w 12092704"/>
              <a:gd name="connsiteY7" fmla="*/ 1803492 h 2478406"/>
              <a:gd name="connsiteX8" fmla="*/ 8574460 w 12092704"/>
              <a:gd name="connsiteY8" fmla="*/ 2341571 h 2478406"/>
              <a:gd name="connsiteX9" fmla="*/ 8888045 w 12092704"/>
              <a:gd name="connsiteY9" fmla="*/ 1903278 h 2478406"/>
              <a:gd name="connsiteX10" fmla="*/ 9327102 w 12092704"/>
              <a:gd name="connsiteY10" fmla="*/ 2393040 h 2478406"/>
              <a:gd name="connsiteX11" fmla="*/ 10820422 w 12092704"/>
              <a:gd name="connsiteY11" fmla="*/ 2426884 h 2478406"/>
              <a:gd name="connsiteX12" fmla="*/ 12092704 w 12092704"/>
              <a:gd name="connsiteY12" fmla="*/ 2461561 h 2478406"/>
              <a:gd name="connsiteX0" fmla="*/ 0 w 12092704"/>
              <a:gd name="connsiteY0" fmla="*/ 2478400 h 2478400"/>
              <a:gd name="connsiteX1" fmla="*/ 2037302 w 12092704"/>
              <a:gd name="connsiteY1" fmla="*/ 86 h 2478400"/>
              <a:gd name="connsiteX2" fmla="*/ 3461516 w 12092704"/>
              <a:gd name="connsiteY2" fmla="*/ 1883314 h 2478400"/>
              <a:gd name="connsiteX3" fmla="*/ 4743880 w 12092704"/>
              <a:gd name="connsiteY3" fmla="*/ 1007265 h 2478400"/>
              <a:gd name="connsiteX4" fmla="*/ 5856479 w 12092704"/>
              <a:gd name="connsiteY4" fmla="*/ 2111385 h 2478400"/>
              <a:gd name="connsiteX5" fmla="*/ 6783407 w 12092704"/>
              <a:gd name="connsiteY5" fmla="*/ 1409786 h 2478400"/>
              <a:gd name="connsiteX6" fmla="*/ 7536402 w 12092704"/>
              <a:gd name="connsiteY6" fmla="*/ 2273386 h 2478400"/>
              <a:gd name="connsiteX7" fmla="*/ 8120602 w 12092704"/>
              <a:gd name="connsiteY7" fmla="*/ 1803486 h 2478400"/>
              <a:gd name="connsiteX8" fmla="*/ 8574460 w 12092704"/>
              <a:gd name="connsiteY8" fmla="*/ 2341565 h 2478400"/>
              <a:gd name="connsiteX9" fmla="*/ 8888045 w 12092704"/>
              <a:gd name="connsiteY9" fmla="*/ 1903272 h 2478400"/>
              <a:gd name="connsiteX10" fmla="*/ 9327102 w 12092704"/>
              <a:gd name="connsiteY10" fmla="*/ 2393034 h 2478400"/>
              <a:gd name="connsiteX11" fmla="*/ 10820422 w 12092704"/>
              <a:gd name="connsiteY11" fmla="*/ 2426878 h 2478400"/>
              <a:gd name="connsiteX12" fmla="*/ 12092704 w 12092704"/>
              <a:gd name="connsiteY12" fmla="*/ 2461555 h 2478400"/>
              <a:gd name="connsiteX0" fmla="*/ 0 w 12092704"/>
              <a:gd name="connsiteY0" fmla="*/ 2478400 h 2478400"/>
              <a:gd name="connsiteX1" fmla="*/ 2037302 w 12092704"/>
              <a:gd name="connsiteY1" fmla="*/ 86 h 2478400"/>
              <a:gd name="connsiteX2" fmla="*/ 3461516 w 12092704"/>
              <a:gd name="connsiteY2" fmla="*/ 1883314 h 2478400"/>
              <a:gd name="connsiteX3" fmla="*/ 4743880 w 12092704"/>
              <a:gd name="connsiteY3" fmla="*/ 1007265 h 2478400"/>
              <a:gd name="connsiteX4" fmla="*/ 5856479 w 12092704"/>
              <a:gd name="connsiteY4" fmla="*/ 2111385 h 2478400"/>
              <a:gd name="connsiteX5" fmla="*/ 6783407 w 12092704"/>
              <a:gd name="connsiteY5" fmla="*/ 1409786 h 2478400"/>
              <a:gd name="connsiteX6" fmla="*/ 7536402 w 12092704"/>
              <a:gd name="connsiteY6" fmla="*/ 2273386 h 2478400"/>
              <a:gd name="connsiteX7" fmla="*/ 8120602 w 12092704"/>
              <a:gd name="connsiteY7" fmla="*/ 1803486 h 2478400"/>
              <a:gd name="connsiteX8" fmla="*/ 8574460 w 12092704"/>
              <a:gd name="connsiteY8" fmla="*/ 2341565 h 2478400"/>
              <a:gd name="connsiteX9" fmla="*/ 8888045 w 12092704"/>
              <a:gd name="connsiteY9" fmla="*/ 1903272 h 2478400"/>
              <a:gd name="connsiteX10" fmla="*/ 9327102 w 12092704"/>
              <a:gd name="connsiteY10" fmla="*/ 2393034 h 2478400"/>
              <a:gd name="connsiteX11" fmla="*/ 10820422 w 12092704"/>
              <a:gd name="connsiteY11" fmla="*/ 2426878 h 2478400"/>
              <a:gd name="connsiteX12" fmla="*/ 12092704 w 12092704"/>
              <a:gd name="connsiteY12" fmla="*/ 2461555 h 2478400"/>
              <a:gd name="connsiteX0" fmla="*/ 0 w 12092704"/>
              <a:gd name="connsiteY0" fmla="*/ 2481708 h 2481708"/>
              <a:gd name="connsiteX1" fmla="*/ 2037302 w 12092704"/>
              <a:gd name="connsiteY1" fmla="*/ 3394 h 2481708"/>
              <a:gd name="connsiteX2" fmla="*/ 3559065 w 12092704"/>
              <a:gd name="connsiteY2" fmla="*/ 1902951 h 2481708"/>
              <a:gd name="connsiteX3" fmla="*/ 4743880 w 12092704"/>
              <a:gd name="connsiteY3" fmla="*/ 1010573 h 2481708"/>
              <a:gd name="connsiteX4" fmla="*/ 5856479 w 12092704"/>
              <a:gd name="connsiteY4" fmla="*/ 2114693 h 2481708"/>
              <a:gd name="connsiteX5" fmla="*/ 6783407 w 12092704"/>
              <a:gd name="connsiteY5" fmla="*/ 1413094 h 2481708"/>
              <a:gd name="connsiteX6" fmla="*/ 7536402 w 12092704"/>
              <a:gd name="connsiteY6" fmla="*/ 2276694 h 2481708"/>
              <a:gd name="connsiteX7" fmla="*/ 8120602 w 12092704"/>
              <a:gd name="connsiteY7" fmla="*/ 1806794 h 2481708"/>
              <a:gd name="connsiteX8" fmla="*/ 8574460 w 12092704"/>
              <a:gd name="connsiteY8" fmla="*/ 2344873 h 2481708"/>
              <a:gd name="connsiteX9" fmla="*/ 8888045 w 12092704"/>
              <a:gd name="connsiteY9" fmla="*/ 1906580 h 2481708"/>
              <a:gd name="connsiteX10" fmla="*/ 9327102 w 12092704"/>
              <a:gd name="connsiteY10" fmla="*/ 2396342 h 2481708"/>
              <a:gd name="connsiteX11" fmla="*/ 10820422 w 12092704"/>
              <a:gd name="connsiteY11" fmla="*/ 2430186 h 2481708"/>
              <a:gd name="connsiteX12" fmla="*/ 12092704 w 12092704"/>
              <a:gd name="connsiteY12" fmla="*/ 2464863 h 2481708"/>
              <a:gd name="connsiteX0" fmla="*/ 0 w 12092704"/>
              <a:gd name="connsiteY0" fmla="*/ 2481502 h 2481502"/>
              <a:gd name="connsiteX1" fmla="*/ 2037302 w 12092704"/>
              <a:gd name="connsiteY1" fmla="*/ 3188 h 2481502"/>
              <a:gd name="connsiteX2" fmla="*/ 3477775 w 12092704"/>
              <a:gd name="connsiteY2" fmla="*/ 1919074 h 2481502"/>
              <a:gd name="connsiteX3" fmla="*/ 4743880 w 12092704"/>
              <a:gd name="connsiteY3" fmla="*/ 1010367 h 2481502"/>
              <a:gd name="connsiteX4" fmla="*/ 5856479 w 12092704"/>
              <a:gd name="connsiteY4" fmla="*/ 2114487 h 2481502"/>
              <a:gd name="connsiteX5" fmla="*/ 6783407 w 12092704"/>
              <a:gd name="connsiteY5" fmla="*/ 1412888 h 2481502"/>
              <a:gd name="connsiteX6" fmla="*/ 7536402 w 12092704"/>
              <a:gd name="connsiteY6" fmla="*/ 2276488 h 2481502"/>
              <a:gd name="connsiteX7" fmla="*/ 8120602 w 12092704"/>
              <a:gd name="connsiteY7" fmla="*/ 1806588 h 2481502"/>
              <a:gd name="connsiteX8" fmla="*/ 8574460 w 12092704"/>
              <a:gd name="connsiteY8" fmla="*/ 2344667 h 2481502"/>
              <a:gd name="connsiteX9" fmla="*/ 8888045 w 12092704"/>
              <a:gd name="connsiteY9" fmla="*/ 1906374 h 2481502"/>
              <a:gd name="connsiteX10" fmla="*/ 9327102 w 12092704"/>
              <a:gd name="connsiteY10" fmla="*/ 2396136 h 2481502"/>
              <a:gd name="connsiteX11" fmla="*/ 10820422 w 12092704"/>
              <a:gd name="connsiteY11" fmla="*/ 2429980 h 2481502"/>
              <a:gd name="connsiteX12" fmla="*/ 12092704 w 12092704"/>
              <a:gd name="connsiteY12" fmla="*/ 2464657 h 2481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092704" h="2481502">
                <a:moveTo>
                  <a:pt x="0" y="2481502"/>
                </a:moveTo>
                <a:cubicBezTo>
                  <a:pt x="444174" y="1986353"/>
                  <a:pt x="1457673" y="96926"/>
                  <a:pt x="2037302" y="3188"/>
                </a:cubicBezTo>
                <a:cubicBezTo>
                  <a:pt x="2616931" y="-90550"/>
                  <a:pt x="3107970" y="1914496"/>
                  <a:pt x="3477775" y="1919074"/>
                </a:cubicBezTo>
                <a:cubicBezTo>
                  <a:pt x="3847580" y="1923652"/>
                  <a:pt x="4347429" y="977798"/>
                  <a:pt x="4743880" y="1010367"/>
                </a:cubicBezTo>
                <a:cubicBezTo>
                  <a:pt x="5140331" y="1042936"/>
                  <a:pt x="5466682" y="2113902"/>
                  <a:pt x="5856479" y="2114487"/>
                </a:cubicBezTo>
                <a:cubicBezTo>
                  <a:pt x="6246276" y="2115072"/>
                  <a:pt x="6503420" y="1385888"/>
                  <a:pt x="6783407" y="1412888"/>
                </a:cubicBezTo>
                <a:cubicBezTo>
                  <a:pt x="7063394" y="1439888"/>
                  <a:pt x="7313536" y="2210871"/>
                  <a:pt x="7536402" y="2276488"/>
                </a:cubicBezTo>
                <a:cubicBezTo>
                  <a:pt x="7759268" y="2342105"/>
                  <a:pt x="7947592" y="1795225"/>
                  <a:pt x="8120602" y="1806588"/>
                </a:cubicBezTo>
                <a:cubicBezTo>
                  <a:pt x="8293612" y="1817951"/>
                  <a:pt x="8446553" y="2328036"/>
                  <a:pt x="8574460" y="2344667"/>
                </a:cubicBezTo>
                <a:cubicBezTo>
                  <a:pt x="8702367" y="2361298"/>
                  <a:pt x="8762605" y="1897796"/>
                  <a:pt x="8888045" y="1906374"/>
                </a:cubicBezTo>
                <a:cubicBezTo>
                  <a:pt x="9013485" y="1914952"/>
                  <a:pt x="9005039" y="2308868"/>
                  <a:pt x="9327102" y="2396136"/>
                </a:cubicBezTo>
                <a:cubicBezTo>
                  <a:pt x="9649165" y="2483404"/>
                  <a:pt x="10820422" y="2429980"/>
                  <a:pt x="10820422" y="2429980"/>
                </a:cubicBezTo>
                <a:cubicBezTo>
                  <a:pt x="11356878" y="2424605"/>
                  <a:pt x="11596544" y="2448042"/>
                  <a:pt x="12092704" y="2464657"/>
                </a:cubicBezTo>
              </a:path>
            </a:pathLst>
          </a:custGeom>
          <a:solidFill>
            <a:schemeClr val="bg1">
              <a:alpha val="50892"/>
            </a:schemeClr>
          </a:solidFill>
          <a:ln w="76200">
            <a:solidFill>
              <a:schemeClr val="dk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B0DC63-EB0C-4040-C95F-F271935D6760}"/>
              </a:ext>
            </a:extLst>
          </p:cNvPr>
          <p:cNvSpPr txBox="1"/>
          <p:nvPr/>
        </p:nvSpPr>
        <p:spPr>
          <a:xfrm>
            <a:off x="9185260" y="2468572"/>
            <a:ext cx="3050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aguet Script" pitchFamily="2" charset="77"/>
              </a:rPr>
              <a:t>Circadian Medicine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F25217-B886-06A4-4902-90400CB5AA0E}"/>
              </a:ext>
            </a:extLst>
          </p:cNvPr>
          <p:cNvSpPr/>
          <p:nvPr/>
        </p:nvSpPr>
        <p:spPr>
          <a:xfrm>
            <a:off x="-114300" y="2877140"/>
            <a:ext cx="12350395" cy="2616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19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Baguet Script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Rahjouei, Ali</dc:creator>
  <cp:lastModifiedBy>Rahjouei, Ali</cp:lastModifiedBy>
  <cp:revision>2</cp:revision>
  <dcterms:created xsi:type="dcterms:W3CDTF">2025-09-14T14:04:11Z</dcterms:created>
  <dcterms:modified xsi:type="dcterms:W3CDTF">2025-09-14T17:42:30Z</dcterms:modified>
</cp:coreProperties>
</file>