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10"/>
  </p:normalViewPr>
  <p:slideViewPr>
    <p:cSldViewPr snapToGrid="0">
      <p:cViewPr>
        <p:scale>
          <a:sx n="98" d="100"/>
          <a:sy n="98" d="100"/>
        </p:scale>
        <p:origin x="4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4EFCF-7E35-BA43-918B-246B6FF027B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3370D-0CA0-5F4F-A59E-45DD0B34D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5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B4FD-D176-6548-A8CB-9140DD3B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2FFD0-1DBB-E2F2-DB38-B78AB696D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91D9B-75AC-F083-F042-C856AC42F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5EA55-BE3A-C06F-6700-E8C31CE5E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2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D626-EF4E-1F9E-5572-1FB35085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DF990-5092-36AF-FFB2-3F7D0AFDE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38DF1-8386-56DA-DF9D-7AA4EC5DF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D7317-AA7A-E2B7-FBBE-642F11121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3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047E-07F8-4865-BDB1-9A1BB088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34B0C-6283-0E8A-5BCB-82E00EE6D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F884D-1B6B-8C6B-17AE-3288C9CB9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74309-637F-3E60-AF59-5625E393A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9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8F34-DAD3-BD11-072A-D0A33685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3A227-7A21-729A-8B80-7A8814312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454F7-E166-EF8A-2A66-9C2C680A1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2BD90-8B66-84BC-3264-B70D2ACED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13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D6EF-F052-C84D-1156-335D5AF9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C8D6D-9DB0-4EFE-3F25-285D05829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A9F7F-D9DB-C19A-87C3-D651B0A38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46750-FBD1-B212-6B7D-AF7587180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44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9CC3-1D50-DD76-C03D-C69085F1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6A83C-E895-C833-D6DF-F89ADF63F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3C305-90C8-73AC-185F-C486C465A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1C491-A303-DD92-360C-8F7C8A82A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44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060C-4E10-AA1F-C243-2B418EFC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A2AB0-D6D5-65C4-DC06-42558D2FC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EBD66-B87C-3410-6F47-612093616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E1D09-47D0-EFDE-A6DC-4F08AE738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57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278A-3F33-AAEF-C248-966E73A5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9A521-6C5B-9AC2-B7CF-9989BBE80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55D2D-9B6B-730D-963A-79F7BB9F5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8DEB-251E-95A1-EAD4-C183A8B90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D9B7-2A61-49A0-C0A3-AD963580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24DD3-9683-9AA7-9221-B4DA13645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7A6DE-E6DF-DDBF-4581-DD670DBF8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E82EF-D91B-C94E-C748-05DE75827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8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E81C-9C81-0A53-68FB-FAA70C56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689C3-0B1A-B0F1-4870-0DEEC0BED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D771D-6583-AA3D-4046-B263CD7EC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B3725-837A-3C3C-2F23-D0B35DEB8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64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49695-B887-EA4F-294C-20DA8293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F6D2B-8C7B-F65D-A449-C150F6AB8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8DA0E-A4EF-E1BE-E975-28A1004B9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884C6-CCB1-F8B4-9D63-16AF4C07C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11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71C91-4968-47A8-2B1E-9C2BC691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4C437-8EA3-86F9-152B-D9B33E8E2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34290-14BE-56C7-3300-429517139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4BB58-2461-3FEA-1802-4E8E46BEF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75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FBCE-70A9-1C55-2E5D-C4C824A7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6BDC3-77EB-B6A7-9DE7-527FE2AD1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FAAD1-21C9-3272-FA80-59FF6194F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FD4D5-B84F-6CBF-3AE5-A756DFDFE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84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735D-172F-A37B-6379-DDC6BA4E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3EE43-AA33-4767-4283-E60AB8050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0D99D-71F7-039C-0285-61C7DCF5A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5BC2C-C56A-FEA3-94A5-E5E79F13B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07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B0D9-138D-42DE-D690-93B941A0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49AD9-4664-1621-A31F-F388FA858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DD542-F4DF-3A8E-42EE-5CDB059C0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7127-38CD-2AC2-FB5C-E34069922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13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9B9E-5A76-8295-60FD-EA170FF40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1A1EB-4FD1-6363-457A-A2D8A327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EADBB-CE13-7E9A-D7A5-6A8D78E6A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5B457-24C3-277E-E89A-C4BBA433C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59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4D54F-A98E-0BA9-2986-744A3E0B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8407F-0AA2-0151-4827-186AEEF17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9EEA5-1D37-B1D8-7165-1B0DAF226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22FFB-E289-BE4D-080A-0A97168D4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3370D-0CA0-5F4F-A59E-45DD0B34DE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0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D7CE-2F32-571C-72EB-DB9895C5A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C86CA-C705-4FF2-59D5-1F7A03B4B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D22E7-0CEA-FCE1-0C36-EA1865F2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B0BB7-6271-C9ED-ABFD-9518A69C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679B5-7374-5163-0E48-75EC0C00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6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6F12-AC1A-E5D9-A5BE-681ADF38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FA0C-1794-3F3A-ED68-7138B0901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30170-6954-646D-870E-91DBD49E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5A5B9-EA13-1A9B-EAF4-204CEFCB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28CA-6FEB-0933-3512-8FA8A28F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7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CC1C-3BB6-B6AE-E4DC-B7FA261E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B91D2-5E41-FE8A-604D-DA5BB7B96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598CC-D4BB-82EB-5B90-D0BB6BFA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013E8-D241-181B-78B3-F2DE12F5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D290A-7BBA-CC58-1910-B48522F8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9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C056-4A4C-994D-E33E-74361BBB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B9BE-6CB5-F6FB-B3CA-CA0F51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5E573-D3EF-5883-885F-6181F1B54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C295C-8D7A-AEF7-3E7B-B8DE35A4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B5149-0746-387C-B631-EDA1BF72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3A441-9C66-E7A3-D022-E8BC0B50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7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5DB6-BE62-FA72-52D3-010CD356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B4316-E227-2700-022A-51685CCC1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43BC0-CFD7-F8D7-F722-892942180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F9A16-A5FC-C9C0-91BC-944CF4D3D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FFDCC-B9D6-6DFA-13D5-AB37F6AB9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95BC8-42E2-6E6B-99FE-B23896C3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1A616-0F3C-DADA-3725-D285F174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3DCA3-C998-CF51-5651-F4C0A060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5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7BFA-CCDC-B954-A167-DF27DAF8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7C74A-CC8A-FB1C-3138-BA052981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9347F-A906-D90D-C8D0-FEA1CDF1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4FF3B-0666-B85D-225E-B550D3ED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0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8D29D-D3C6-85E8-ABC3-ED001B60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E31C6-06C6-F4E8-CCF4-2ECB90F9F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74A0-9D1D-6277-3323-3799BB67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9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AA4F-B4FD-74D4-0D5B-15C70E5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3F66-5595-1F1B-5177-6D46C06EB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D50F3-158C-4B84-C8B4-6D126BC92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2045F-F47B-380F-40B3-3414B774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8AE11-3511-8C8A-54A1-4E1AEBB9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EC912-4E3D-E070-9870-E4BF0128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0B59-979F-D2BE-B5C3-39CCBDF5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DC88C-B782-9045-6488-AB15DB491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C3770-43E6-9416-1A1B-1D8721576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8DBDE-7676-6101-900D-B5773EF0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F89FF-8C1D-042C-E829-95248F32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A2C26-8364-F42D-8C07-36D182AC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32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46C4B-8C43-B392-DD1D-92DE04E58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F4C8A-D842-21A5-913C-193A131EF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FAF1-181F-A60F-6DC6-4D718282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1FF6C-E61A-610B-1B40-455FE3A5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3E9D1-9918-377F-ECC5-DD16133B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C064A-FDCD-6F16-2254-D8D4481E5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4D189-78A4-D6D4-398E-15448D4D7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5777A-C005-D5D0-E2AF-1C1ED3EF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CF3DC-5F24-AF1F-1ED6-B1B41007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839B-0F17-CE9A-A401-840661F4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6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A9BB9-CBCF-21A3-DED0-7EF35EC4F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960BD-230C-C330-4438-2699FCE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DF168-C3E3-4BEE-F48C-98378C76E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495FF-1FB2-6C46-BAD2-9D3B31345FD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76140-D3E9-2D05-7FF0-4242CC0E3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EB782-37D7-8BCC-B14D-25407E2B2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EAEBA-F935-5147-B16F-745370E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96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7D17-C9A0-5C5E-D0F9-EA3B3876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FC4FF5FE-8C02-5A17-2926-9B5CBEB4DE74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0066EDA4-E77F-9A6D-ABFF-42A5249F1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952A8F28-C82A-54F4-2DEB-C5A8F0E61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429A62D-26A0-6578-9E40-982DC38DC2BE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1FB260D-3848-14B6-3B3B-D8A53E34CECE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9A01A61F-3F95-DD88-4367-977F23DA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3DB9D544-D25E-9034-E01F-16D27F182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03661AA-8C23-7710-57A4-ED34A010184E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1054BF5-334D-8C4D-FE09-F23F4FA28A9B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E39438AB-F82C-1E7E-96C0-DA7E83526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485D40BF-E5E6-975D-A0B7-2F676AD53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CC02B50-AE5F-FC34-C21F-38BE7C7B3AE3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A615A96-ED5D-7A73-002B-8C728E4031F5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9190B92-6606-C1B1-4CFF-802A2BBD7F7C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B5B8A781-9AC5-D0FA-6F4E-CBACA97DD67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12619BE8-9FAD-D8C6-B655-EC57E95FA72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6DB71C54-73BA-2DAD-404D-3FD1E5AE691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D24C57B-2C98-AFBF-E974-B35083B3569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428AA8D-2DA3-DBC1-868E-24481247BA7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CF24BE4-5D5D-B604-6F7C-D4BB1DB7051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06F624C-E4A6-2304-697A-5D47C7CF5C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4F104EE-37C3-ACE2-77B3-81556CB35D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D092E92-9785-E28D-FA57-FBA1850F3644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528FD7F-143C-F23F-227E-13C930DC80C7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A42900F-9E80-E18D-2339-25419FF569AC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3070A182-628A-22FF-8462-647FFFD3FDF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8BB943F-A5F1-D0CA-541B-4E16629EB4C1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FEED06B-70E3-7AA8-64A3-2C2C35B3619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AF09020-0444-666A-E227-B238B08E1DC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7AEAF25-B0DC-D806-73E2-89A0FF510AE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8CB636D-796D-D683-D592-0057D7907670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46A291E-0B02-CBCC-C603-58FB99A61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E5A9105-A923-AD0B-9E2D-F389F7967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84DF54E-514C-44FA-A440-8D5BD49F37B0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4CFFE86-23DE-5A9F-92C5-E0E42BEBED7A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4D643D2-B759-6225-3C0E-FE4A14385EB8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58F37D01-CD91-9968-DB72-18D0A34E4C8F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45EA8D11-D490-2CE6-F05C-D98EC92A34F1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1F289CD-BB10-7D42-F7EE-090B969FA9E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6629DF1-E78F-29AA-D48A-08BF12D40A0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1435D09-0499-DE8B-120E-74F1BC428D8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924BB9E-1157-2E2C-8AA2-9E99EA1AA33B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1B6FC5F-564A-9B7F-09E3-BFA9D3CB15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C6512AE-1DA1-A301-BD18-E13FC3AA50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E846619-289B-27B8-CCBE-E54585644D7A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CFBB474-A34E-9834-2601-B35EEC20EA90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E9BDC1D-C2DF-00E4-B18E-7500B4B07574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8EBF37ED-580B-69C3-E2CD-47D55F4D8435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EFA3C619-E70A-AE48-F703-74309378A14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403925D9-F6CB-5B9B-E62B-0BF58842915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7C8A347-8F5B-BF6C-74EF-CD752711759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4CA8804-F269-929A-A74E-C03DE2069DC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BB683D1-C085-D058-7C69-0D92AC7BBE7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318214F-228C-A78B-826B-7E6CC6DC30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AD76340-67F5-EB7E-E9BB-17D58DECC0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4EF81A5-5653-E057-9EF5-63C30C0CCFE9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6B6D81D-3BE7-3FD3-951D-4928D11D9576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6C93B54-BC74-37C6-C0C2-0B13D1738E47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1D55D3F1-B886-61FF-D30D-E7EDB2ACF6A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73D26900-A747-4A63-A944-4FD8980F2994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BAB1F666-E5F7-A4EE-6B99-B0B4D8996B16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62BA6E4-87AA-D396-4D5A-C247C713E88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33F350B-1A78-B239-82FE-72EA58679F65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5676C1F-2EF1-7024-F6E2-6532CBE04B7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939A419-5DD3-D855-CAA7-F65B1573F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D2660E1-8D36-C650-6884-E65F935F5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5BFF504-DF88-221B-857F-40D463538E49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CC85C44-0DC5-555A-FCEA-909EDAAE3137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1093F31-5DF8-7C73-5A7D-D666055F7397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1CB64F1-8B3A-5F32-F4EF-03581A4FDB85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E6B54F9-D051-370C-10BF-4FD28961170D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7BE556D-8031-DE66-95FB-63A5D8CE3332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00B1274-E922-D6B1-3D99-B8E719585090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CA4AFEB-84EB-9522-CEB1-BB7C420D2C37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6A09F8C4-04D5-DC8F-2654-CD0D02F29E66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510C95C8-E958-E36E-695A-A6BB2471F696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3FC35828-3E7A-D7D4-F28B-DA4F283865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A978F19-C7BB-CDD5-6F6A-004F0EF369B8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EFD2397C-4458-39B0-F089-72A3D3362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CC14219C-8A92-0255-95DD-98AF1458D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0D6C719-2E53-3A7E-0585-3B9DAE653EC9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350C3CA-BEDE-D853-C680-347694E20A15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C5E640EC-D033-E37E-7240-0140E6732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E95CDEC-B3EF-CEE1-CA24-C6B352726EA2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CCD23271-044A-D915-8C03-B9DC64442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572FA06-F12C-4739-10B3-799F8E94DB8A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210D244E-32F0-98E2-A835-8DA1643B18EE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3591E4C4-69CE-62F3-767B-909C1BF9A75C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D75E057-24A5-3566-0CFF-4B35000B2365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74FC08DD-33ED-6233-C098-B1781E2C93F4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7F514958-F784-F3B6-665A-52D299C6B34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6A00D1F4-73D7-4178-7742-E5F0450C3DF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9D5D12E3-5565-AE83-C3A6-F1AD255EC0A0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81619E2D-1AD6-0CD1-717D-7A9FDAE1498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0D0649B-CB4C-270E-B549-14A23225FD6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BA8AAEA0-9254-7981-E6F9-7B802582011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7D2C886-4EB6-8ED5-E49E-6B18CD9BB2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E2B9302C-9C92-AB1B-7493-F0B1814140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2DD1010D-62DC-E44D-06BC-5B9922CEFE80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423DE51-5B7D-63B0-FF39-AF89D1003152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B5D057BE-DD21-332A-8D3F-033152914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7C759788-F193-BBFC-9C1B-720849545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4AE0C1FD-1C0B-3D70-5742-AA009BFA3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1219E9F5-DA67-B99D-22C7-AD02F102E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00300C6-1B04-43D3-432E-B023D8B839CD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C981613-C458-40B6-C3A9-7AA7C16E5103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D4EB035-4C2C-019A-217F-3F9AFC45FA8E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C3E0F6D1-E2C1-A019-4389-4833357BD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0CDC00A-621E-9F00-EABA-0DEEA5A31D9C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6F25A2A9-104A-4D07-24A4-65C1B2AF526A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120CD4C5-0CEC-6D57-F584-303B1849B732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2B4C0B1B-6276-3BA6-F631-B875A67D3202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3C5972F6-E7C5-BA94-47D5-E214B28D36DE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662B4AC6-AA0C-4E54-6539-3386BE539E18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A0E6C95F-32DA-E96D-EEC3-4DAAD8F8F40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EB8E2CB-215E-7DE9-8B1F-6B74686A7E2A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1EE861-F13A-1A14-7917-E19BF9E0F0AB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5CF90BA-2931-C2C6-E70E-D568D14E9B5C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D4A2E1-8C21-3E90-FCF2-4E2CA4FCE4BD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EA4F02-2016-D3C3-1946-E674ADBE676F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08ABF3D7-7C5D-1AD6-1612-CD9B415ABE54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0C0BDE48-D79B-DA51-11A9-F60A886BBF0F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6FE6222-342B-9CC7-891B-4DADE0BECA32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2C12186F-1449-E31C-3CE6-CC4E3288948A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F818634E-F62D-86C2-F3CA-2EA5F3A18B45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ADAC1E47-B981-2906-37F0-5817391318D8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A25627F7-0E47-CBF6-186B-B40B1E762CF9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F4E609-7DCE-5139-1EEA-0F3D35F36719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15C2A5-ABE1-20E2-F355-D14E3EAEB3A7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341EB0-2388-C40D-EEE5-4836B635B694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F53C8C-2633-6E7D-1F25-FC26DCC71853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F6369C-797C-415A-AF7D-7A5EA295428E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9F02B3F-02BD-E619-F5BD-FF138F83A1C9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255973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50B0C-ADB5-F6FC-57E5-F5AD6E5F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802431AA-2D18-1EC6-82C2-3A005637C64B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AD1C6354-B79D-9BCD-36F9-2260DEFEF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85A41468-EDBC-1E20-9D18-A6DE338CE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5E246FD-64D9-AE16-9D84-8590A482827B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B40636C-67F8-7D48-B214-98FD6118D691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73D1635D-1F13-A298-D12A-8F8A436A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7F05B569-3735-5FA1-2709-6BEE688D5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1CA7860-454F-F47F-4673-DA0F384AEF7D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2562755-63E0-6F68-9359-16B0DC27AF45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5C8C0294-2C9C-BA87-3CF1-6A65C6BEB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B44E40AA-EB02-E265-FCB6-446EA3011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BE0C5CC-62AA-094B-6ADA-4B8B5C350D86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177EA45-71C4-93AC-7578-E804737EC520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F655A23-E850-BF98-2FB9-F8442320A129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2F2940BB-523F-EAEE-9395-62233C25EA8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4D4391B6-5CEB-12C9-4419-9474C7DCCB5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837EDE9B-BB01-10AA-628C-74360348B2A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899AF35-D9B6-6C4A-F335-B8DDFD5922C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B20E57E-F9DF-9669-9521-D98FE948D875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ED980A2-E4E2-836E-681B-FFB833FAA8E5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83EFF7E-1A1C-07C3-B748-E73DC5F8F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7016586-A99B-8F80-9B4B-E0125499EB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09ED743-5BAC-D4DD-F315-D477C702A77B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26FDE0D-C70A-FACB-C1F3-6B72FD879434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4B9A761-52C6-2A1C-C72D-9CCDE944EC0D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58575629-543D-BD78-11B6-0A92B0D65F3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7A3FFE7-317F-2DCA-81C6-73BCF024443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376C3C9-3B10-79E7-1837-BCF7DBF01D49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00B0E0-8F12-397A-59C1-823AD11DCD7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53669A6-698A-CE17-D454-A71760AABF8B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3B6D801-61D3-5345-52C0-3F0AF8D340B0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825B41C-5CCA-40BE-A0B8-DA8946C176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788D19E-C651-42FF-29B1-81FC84A6F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CBD1514-D858-B356-DF7C-241ADE381B55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0C6B9CB-E090-A714-E160-D3E9238B0F36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925A7DD-7E06-2B4B-EA92-DAC2A6F6FE70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A58BF292-43C4-AC7D-0CDF-FF4BCE65F33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4CCF40C-6D36-5AA4-3E6E-77819FAADE7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BCA13355-83F1-2FE0-24FD-AA0678A6A5D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37F478E-4D96-70B1-D2CB-47FAED4E722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9C56236-FF44-6D5C-E881-601B4416AB3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2C43A86-1A1D-2C53-733B-3920BB6E6BE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8528A2B-1245-C489-B6D7-A69768BA6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A1F35D0-0130-DD95-AB8F-AA50EAA9D9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9718373-1F8D-DBE0-53FF-DB44665062CE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9A68F02-A40A-3821-91FF-0759733377CE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377A3A7-0976-265A-5F5F-CBA1474F3E7C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E03609A8-89D7-5B5A-ABF1-43BF3902D58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6068A399-EB88-A12A-E150-BA99ED3D20A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166911F1-88DD-E64C-C04E-0F4DCCC73BC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1AD17E7-23ED-51C6-A652-9175BD912B0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4C1492B-022D-23BE-8F6A-81715845EFB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9AAF458-E685-289B-57DD-B28806040FDA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4C2EEF0-95DD-4BF2-B9BC-45E051F23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B16B44C-B84A-52E3-0764-40413D32C7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8B606B2-6082-F8B6-2491-030E39EEF3DF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36B0850-3E4A-859F-1E59-498CEF54E24D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4EE3820-47E3-4794-308A-5DA298C2C8AF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03D767B3-3742-4BB1-B86E-FF817B6FDD4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FBB63715-D735-2C74-C20E-CC700192636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AC3C6A9-0232-AF36-F9D7-1EDA4266EB34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919063A-DCEA-47E9-5C8C-B98FF258411C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03DEEB6-DCB7-F8CF-A8E2-964940CE44C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01938C8-B36A-D8F0-89ED-A527E7EFF60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F671FD7-4892-1F57-CAB0-CA20A1975B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5ABBA2F-56B0-FFD7-5E48-496861AC56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9573FA4-0462-F340-5C20-73216A540C37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452463F-AA05-44DC-39D2-6C264E150AB4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7E8F9E5-4F9A-F40E-83D0-CCDFE1FBDEB2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454267C-FA47-4113-BADD-69E6893B56A1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2B6C9A5-BE46-BF31-2C91-1A9B07E83DB3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21A592B-7FBB-B3E1-01E8-D7BEAE6B3B62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AEB38C6-5AC6-81D1-2F5C-269A21B838F6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C343B03-E12B-219D-8CB9-013BF2D4925C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FB26DD3-A45B-5EB7-44AB-91E57CFDBBBA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1ACBA79D-B689-5026-AF6A-FC60F1315DA8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A8F07E50-B958-F777-9A8C-22EDC02705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DAECBE71-217D-FD4F-580C-88197831689D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DC18E852-77CD-DB2C-3144-EF4FE81493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98DCD29F-3465-92A2-7305-374B94AE3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2026BA7-CD3A-B6EE-6514-5F5B9A1E8811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4E67E9C-5754-35E9-D1AF-35C951A9178A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6D3F7F0D-CF6B-BAE5-7655-12E9C2967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4C75494-1E2C-659B-00FE-2B9B24862760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68AFE7A3-4FF6-5C35-EC28-6B74A098C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9536249-72EA-957F-C6EE-88BEDCEB4130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57411712-D1C7-D486-97C1-85195A2BA500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D39862E9-C6A9-FB72-6881-9F3DECC0F63C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600CD96-156F-387C-7F6B-C6029D7A8709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F3F0F492-0D53-8E99-4ED3-68C9C7FD82BA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B1642A54-A0FD-C644-9881-1B28C008DDE9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F00C9BBD-87AE-BE45-9BCC-7491DA9AA3B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3611F616-5E12-D571-4F8B-E391E6DCEA4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DFDBDAF7-5B0D-7EB5-A859-247868D5839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104F5A92-D404-25DE-43E9-57DE44C2E0A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71953758-91E2-9310-3811-28D11C00B3F2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5884E19A-0EDC-232F-6984-0FE75498F2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889F2DF8-60D4-D9A5-898C-EA169B495F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F352CDF-4F2F-56A2-8BB1-EB8445D07B63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59B2FBF-6C18-CA05-A02B-E11066A5F747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8808458A-EC8E-0E7C-D092-3E97EBA6E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F64698BF-2AE6-44A0-56AF-FCBAD96DE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20B6787B-594F-BD48-FE22-1FFCEC1EE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6282A53C-00F0-74C1-DD71-10B0F5C4A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ABBAEF28-531A-542B-59F5-24ABA7F2D793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04BD4058-133E-37D6-8F51-7257DE8991F9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B5F3859-A977-F3D4-2FD6-821C71639E8A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67748069-A0C0-13E3-7C20-A5980AAB0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209878AF-C278-90C3-2DE0-334E2318FBA4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02AC8B23-FBC7-9055-82AE-FE487BE58FA5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CDA12A9B-06D5-FF5F-A400-F485954900F4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CDAB046E-5DF0-AF72-0B23-9A813D69A311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2CFC7BCF-EE98-E5DC-96B6-5B29EBB106FE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CD70E6CF-736D-B2CE-69E1-FFD0FBF1B988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6DBF3E27-8C0B-6D78-D1F3-1D6F10473EC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A7F9BB7-4B0B-4F1F-9EAE-BAF5F4C82685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DB16182-0561-838D-36D0-1DFDFE5679E1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1780B-454A-4438-C3E0-405E4F225A9D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B01E83-4502-38AE-141D-F95280ED6798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C114ABD-207A-6D4F-591F-BEB3193DAACE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2723DE0D-9B80-9353-014D-3C6DE9AD6D5C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E41DC7F1-C641-165C-22E9-F7F8D7AE74A4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0B54825-A838-2DBD-DE66-F8397EF4B158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62D43720-F46C-D60A-7886-16A5A7E75DC9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92A534A2-B3FB-CDCE-E1F3-9963985F81D6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2E2BABAE-D164-03D9-F1F2-DFFC5C91D006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9DFAD214-2D67-098A-C26E-90D0FE180A67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6EB01-5C40-CC82-D852-EE5855C6F9EF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71E6A0-61B6-1CBC-A40B-E48801F3FD7A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01CB6F-1781-399C-D055-FEA97B14F0AD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7CD36F-F617-7D42-8B02-CA370C9EA44B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C18F83-6BD4-6706-9103-5086C40A9E9E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B88D39-5D1E-958B-F746-5B21DF16FBB9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280392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3C7A-EB75-25B6-B5F8-0C3C970B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E8C8186A-5D87-09CA-F016-296D879E7164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D3819C30-EEF9-F929-AB83-20DD54D44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A07DE120-F63D-0BB9-B096-DBFF55992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3C29DB1-209F-0020-2AF4-E2F07BF7F464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1EDF16B-0EF5-603E-9E0D-7ECEA6D12E22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99DC36EE-DA79-0DC6-EE81-825A617C1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8FB071FE-0F13-75BF-4BE7-F75B53399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8F5E96C-6B01-B787-BEAE-6F01FDE9ADAA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D21B3B4-A078-5FE9-9C3F-1CAE875E0360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BC286D60-8874-C5EC-A631-9A1F5C6F5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3AE57663-E6E6-F103-B81B-776E2F458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8BB3C41-2463-E1CE-2140-CBCA4748EBC8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988695C-BC4B-69CE-7A25-D385580ACA71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C212314-A7BB-F0D3-F7FE-D55F8D8230C4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CE36E0B8-EEA0-CBC1-0A46-1FEC4C87AA3D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AC6E9119-7221-E0A7-0089-E4C93B4088D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79C9BAE0-5A98-10F4-3C77-EDE498D91FF9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2FD5078-42DB-655A-90E8-60CCB0EB86D1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E9A2E06-4CE0-C33E-B69C-3E3F0000C8C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7BFC652-4B39-3FA0-F08F-E6D3034B24B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5F1150C-335A-5E94-C50A-D4A9B68843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102ABE9-E2B1-AE09-8E09-B391C1378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C40B858-6F77-7677-1894-DDAD43F3397D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CEB9036-254E-A0F6-4ECA-ABA65210A21C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95A8E32-382A-39CE-E652-B3E6CA309790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2EC74490-DBD4-139B-CC26-E811BBC7E9B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1666963-68F5-393E-75C6-FE6C173C5BB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662E78D-3FF6-7C9D-F690-C48D64C0BC1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E3A9E26-9B73-B2DB-96DD-50E5416AB55F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43B7631-37B2-7B32-D224-A39ED051F653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E05749-C663-F459-C7BB-11B18583DAC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F74AC9F-3BE9-619D-F024-0636A57FBF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5B546D3-AA8F-1F71-F552-1528780067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0C74C3-A1FE-CEA8-2977-AB3205BA68D1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271F8EC-5FFA-EB09-BB63-70AA702F6896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ED797D-14F5-783B-885C-C56A5D9BB655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EB62C218-408E-9636-E133-8766E831869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8F75258-0FC8-FF53-5217-248AEFDC058C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B8398040-69C0-3910-5016-6686CBFB9572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2B17C20-6DF3-BD07-7BB3-047E1E1C139B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3C0AE93-05F1-56E8-BE07-973294215CD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33F31FD-6FC1-BAAC-BB07-1FC2D5E9168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FD5BD0A-7E4F-67DD-A0C2-C9FAF3DE9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D67A406-7DD2-5B30-FF45-6268FB5E9A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71AACF2-4DD8-93CB-53EB-04B8AA0F0BB4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CAE4374-83F1-9F1B-9645-36360263F7C8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5F7D9C7-3A9A-8FA7-3FA5-BD3488932DB2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50E8A058-AEC4-E98E-029D-73F711FD150F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515DD8D6-35FD-8ABF-A73A-2F4331602BEA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234B0291-83B7-38AD-0BE5-DAE7C1F9AB26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A7EFCD1-53D9-86B3-903E-5F5138BC149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9C0FBEF-0561-7197-7BA3-EF380CA5296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84CF83C-62B1-8239-02EE-3D7FC91C15A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EE7C613-D878-A89A-2F54-52B9279CA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96C2EFE-BDA3-AF9D-AC87-AB0791977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915C459-CEED-549F-24C5-B8B84EE39331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EEC1C6B-8ED4-5B87-3E26-F2C372CE1EF1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1BE71CA-78A2-709F-5D0C-C07654704D10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F126D4AB-7EC9-F6C5-0B69-A97D1B9C94A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AF918ACA-4471-8A4D-4322-F5F519A004DA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26BCA95C-89EB-EE05-E138-B75424B97F8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0501361-303A-5D2F-E4C1-32037276E4E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394BCB2-8D21-4E96-CC91-6CB180B77DF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797BE98-C6C0-C254-E37E-D224A025CAD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1957F47-659C-3D5F-0CF3-82DBBDAB5C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3132C12-3FA0-8B3C-B308-3800D7F89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7B6AE50-54D5-E86D-7359-289555CF27BA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BE991BC-6B57-A3A9-403E-09DE49392252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3E9904D-D590-0230-15B1-214FCB41406A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E4E7128-E032-A33E-5233-B42EB1939CBE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6A2DACE-5AD2-D36A-5BBB-49F5BADF311C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1DC11DF-6257-0809-997A-5FDA0AFFCF86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2763593-CF02-4340-B690-B5460C39CFDE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3D423DA-24EB-A60B-2B2F-6523ADA0964A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87701DDF-D747-7C6B-9F6D-CE1C37F5AAC2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D0EE141A-0466-6FF8-AAE6-2BAEA798AFAF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215C2475-985A-0DBE-0B0A-F45785C4C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9BB1D0B-4FDE-AC4D-E9BC-777C6403B408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5D1A499B-74D4-6E53-45F0-E104762951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A4F3680B-979B-33E1-AA1C-B3A17714F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0DD9662-3869-CE74-2136-F1C84732896C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5BF72E3-D4A8-7629-F3DD-78815CF71766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4D577403-668F-0C46-D985-8512CC9F8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6511AB9-CC8D-0F62-41F4-34DA180FE8F0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0644BAD7-3779-B46E-2C22-1C6F380E0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5350467-AA2F-6BE4-AC8C-882C04B2825C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4B54A2BC-614F-2F86-324C-5399D24AF9C3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6CC1A359-7B50-CF1F-7232-0FFBB325463B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786C8A1-1705-FFB8-1265-E7CC2832B0D2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765DBFA1-AD93-AEAB-1C5D-221BD0848E9A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51824AB2-0D46-24A9-17D1-F7B53AB5824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09330F2E-906C-829A-9C6B-8483AC91693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5327F340-9E97-FB43-F8EB-2523F73DF3F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21477D14-A467-38FF-AB42-AB31692BA399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684031D2-5BCD-30AE-3A36-48DBC4F702F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AB769AD2-6F26-894E-A1B2-0E0EC26B0151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05E848E4-87C8-ADE6-90CF-7880C6A0B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CA69EDC0-6065-0EF6-2149-003228D501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179A866-A8D4-E627-F87B-0F757DA6692D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E46E3F3-88A0-0A15-3B47-939E74BDA493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07E4D091-44A6-41AD-E65E-18E4C4B28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F960222D-160C-982B-00B4-FCA48BB3A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3AF32302-4361-0B41-D02C-B99290797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BFB6DB85-FC18-FD74-336B-FCB28F794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1182D2B-77DD-1083-F91B-30D08F41927A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4E4A5DE-5485-2E3A-8F57-D67E0F624ED6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A559FC7-04A6-C075-E1BE-3E813DA06E8F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FA6F30BE-C5B2-5BD6-BF31-2AFA63A32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4121099-5154-40B4-5464-9988913B7442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FAD0072E-5DEB-0EB9-18C0-C1E5F23C925A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28C9B009-E8F1-48A4-0248-2B7CB23DEAAC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28405C66-8966-3D73-8208-31C5BD5F62E6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6C1C5E5A-5337-FD17-0F2B-A04B0FEB5338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DB82D36A-7E66-B5AB-2A1C-C90531F7FE80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BA5832F3-385F-AE4F-7A26-46D826D9E65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380344-92EF-B498-3804-530E2115EC27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7039BF-6AC4-7772-3F03-142E511BEB37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2118F2B-7EBF-F567-063B-66291046A944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82B866-4612-E171-77F0-0E5DE23F37F2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1242B4-C091-2543-760A-C47B87DD59E2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6A1F72B3-41C6-4FB0-0AC5-DA0E934938F1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C813523E-4B63-94E3-DAA2-4305126F8988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DDC744E-CCD8-68E7-B012-D1BCB61270FD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C7F0054E-5DDF-FD62-532D-E3BB574A9147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C9E7DA9A-192B-29B6-770E-AE95C7B0D807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20DAA2D9-87DC-9B6B-2F14-EAE0AF97E647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EFB46254-EE8E-6BE2-50FE-2163337E115E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AA1949-D335-26B8-B839-46C40CA5C71D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A27F22-FCEB-7029-4E26-10DFD3C55B43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7127CC-ACF1-D3ED-5F00-B31367273525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E411DD-73C1-21C0-4CA5-07B727EEE782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277464-81BC-3805-0E4C-020311270EC1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DD3CEF-03EF-D646-A705-5B60002E0C80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193062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9976-55D1-A3C2-EEAD-3AC5C028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5D88B246-DB8B-2879-CE38-4AF960AE4D43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F1A13D16-A40B-BBF3-C2C0-CDAF5EF57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ECA82935-0871-461E-CEE5-084D00203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69B33C0-A550-F0F3-03B5-04D5C66426FC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0512F7C-0B0C-D945-BA2B-4E980B3F1BA0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EA7DA36C-C907-F5CA-DA7F-C1345CEAA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315839D5-B87C-FDB3-9599-0A06C76FE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A1AB73E-729B-F297-CB80-83A0E1F55E53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BA71307-C0EF-410B-2A7C-545A83E127BB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7EE87207-5B9E-72B4-7403-7D7135171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BFDC7FEE-B84F-F217-3005-02544E9DF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B11F8D6-7788-0F92-CFE1-3A68E8DB308E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165A7C6-7EC8-303D-C55D-EAE648D0B639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9DA5A06-93E9-1A36-BEA5-B32D087B30FE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84B72707-C6AC-F501-C246-EDE44A51C83D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28AC304C-01EE-8FEC-C2B1-24F79189183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ED702185-E6C1-F8E4-BEF9-DAE8091B565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C17DC06-604C-D085-3EFF-97657AC85BD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A53E4E0-556D-4A36-FC21-73D084079206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A03B66F-6D9C-F1E8-920C-555509FA3386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8C74540-F9B7-03C4-D0F9-FC55F43A4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9E1F7C4-3E2F-C1D8-C513-A8B394973E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3090FD4-DBF3-73CE-2633-84BF9256CCAE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74238CB-60ED-C462-1F4F-70723BA2785F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4D4B02B-A8F0-E39A-B62B-3B8EE4AB9154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BBD0D8D9-D076-87E5-A1DE-C2ABA6C9ED63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BFEA8EF-E2A9-C300-711C-F5DAB4ABD60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E95E9FB-E85D-68C5-4662-BE79FF105203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0A6B5B-20F7-94FE-98B4-A21B69B025E4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0F18714-8659-7787-9BD3-F72FDF1CB965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088648D-95A6-1DFE-339D-C4D4D132090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680429D-E93B-7CB9-6DA5-BF81559997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3D4CF4B-6773-8E5D-6EDF-FE974AAB22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1BD5F19-0D8F-EAE8-9C5E-98D46A8F9F05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FBFBC60-AD11-7F33-5C6C-5469F562B499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A7B1ED3-5DA4-310A-6BDA-DE55065E30EC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E6F4FF57-6331-6FB5-054F-6D16706F7765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6AD641CB-322A-0FE8-3F1C-058CC28EB9F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90714121-5181-2664-BBA2-EBC9A3A49C1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8E4DF7-265A-DC42-22B3-6677A0D74DC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7DD2948-A992-51CD-90F3-BC08F9D6F31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5D9888D-C4B5-837E-28B0-F4159B7A6BD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4E30973-B89E-E674-2369-1420441313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2002D01-1B39-FA04-9B9B-94F881CF07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1FCA50E-6ACE-E09F-D0BB-2AB8AA5CD6FB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ED6F045-9360-143C-45B6-EF2FA16AF5F8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0A3CE48-0F7B-BA33-943F-48977431B5B4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CFE63ECC-FDEE-73D2-D478-1116942B55C3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066F4248-C280-2315-F251-A1E14479071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4289E66-AC20-38B5-9220-223535E1BA54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29BEF4-6895-4684-E969-DD88F959182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D063628-248D-9F67-E6B6-6884EEDD3F0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35819F0-3C11-B74F-1AEC-2E783DF3A3F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6400A46-61AE-6456-75EC-219A5162B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5197B25-3809-C0E6-FEE2-F979B88817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A42417B-3600-FDF3-3CB7-8C55F82ED1E3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735ECD4-39CA-3DD6-0AC0-709B65B72C70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9B11144-D3CC-D21C-48ED-CB62445776DD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24D923A1-F33A-9A97-539C-13CCC42D031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0C7277AD-27A3-91EC-1CC0-9557A3A353A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9005C5A3-DCF3-5093-97CD-947BD77F65F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FEA175E-7BC1-1A64-2400-0DDBF8CFA76D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D10B71D-AC75-94EB-41AD-231A95960BB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AACF034-2743-4DD6-FA71-9A093838E39B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D7CF497-84FC-F6E5-7412-91CE6A03E3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5262C82-38F0-763E-F257-3C19309BFD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E33419A-9775-F54F-C177-1D3F170C170F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0C26DAF-C87E-2A29-70B9-1F8B48BCB087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1AD0701-0DE9-C8DC-F216-6B641D27D51D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B76EAC-FF09-3274-1579-C162D33CD295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4668D6D-EEB5-70CC-EDC3-EEA19B3AC004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4DA1E75-E03E-AA18-3B1A-F930AAEB3F5E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9DB1B67-1F15-FA27-AB30-DD419A72C4F7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9BC3BED-669E-A60A-1C7B-32017145FF0E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54144F5-6066-9D6B-6B18-83366E2801D9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46577FC-9871-1CBE-0374-C2F849AA535E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FEC5A189-8A91-C407-DCE0-BA4D5DC4E6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5CFF58D7-9A08-0F37-3393-B9D4FC5437AB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5FB41C3F-F232-090F-39CF-EC4D23E800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EC4F97FD-9573-52F2-92BF-13144450B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D0E6354-3991-3811-86A8-E648C41E4A60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DBA959F-FFB6-D01F-C994-BA3387661474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79F0D00F-2B26-AE90-0245-C90C4FE9B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FEF878D-745F-E2BF-C745-13C271EFA3B5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AEE81217-9057-98E7-6345-BA5B032E8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EF12F63-D4D0-A910-3DCC-1F55C52E5844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8F55EA2B-EF6F-B157-F452-51338BA939C4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8A68E37F-7D36-5D75-C813-BEB639F58DB2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35D9287-CA29-4A4F-3852-4E47243BC7E6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CEB227F1-807C-0295-C248-074CA708CCDA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FEE1624E-8C18-344C-36B0-40CCB831BDC9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86360979-16DE-791C-AC68-ED097DB6C30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12D929C0-E0B9-E67C-8CA5-6E52138AB30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A6914959-E20A-84D3-3969-6713FEAE68B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3538BF5-8F9F-C91D-E7FF-BAA5AFED993E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B70E323C-3D20-95C9-0BF2-D6A3CA69D55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BF89CED-1FBA-6108-630E-993E19428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91A94D8-E1DE-B7FD-44E6-F5B324858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AA242986-C850-872B-EFF6-247F084FC382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8F0EADF3-1285-D854-8C6B-E62E382D3422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C10970E8-A4F4-B0E0-78CA-BB1F806E5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367138E2-2B66-7E14-4447-FC484DE25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3CEE9DA1-2D96-FBCC-CA42-379F56681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C5BE3143-621D-44CE-B587-3972E2522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18BCBE1-4B22-63EB-D02D-72B1839B39E9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9900740-5AC8-F2C0-2FA4-8190DF5565B5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8819D85-70A7-4C0A-076E-E6009D3F3239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539DF948-E36C-604F-1339-B6C72FFC6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3B05488-5E04-E61A-16FB-5CEFFF4AA5BF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CD4DBF57-97AE-A226-C765-EFA54A53A991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E4A9EDEA-5F08-878E-22ED-309BA3C06307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8682B08B-4C00-2F1D-D577-59EE0C02CB2F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6E19269A-17E5-2637-B2D6-1088B425ABEF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6B8D192B-3047-A0AD-6295-78E97E8C4DF7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0756EA97-4759-CA55-DBAC-BDBDF5A47D4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70095B-E10B-0CC9-7F45-ACB99DBEEC5D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C9676B3-40FC-D0D4-BC98-3DC70DEC0FC2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85FCA14-064B-2257-98B5-970EA5607336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DE015A-90AA-91D7-6311-9B9CE6B0871D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EF7B73-CE3D-51E4-9811-C52F2750957E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A6A4C7F5-C37E-A982-B5C5-4405F17C0EF2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6B3657F1-8E45-284B-0FD0-E6D215FB91DE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E172D75-33D1-895F-539C-3EC671C89FA3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93655248-FB16-8D5A-802F-7C3ABEBD351A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BDDAF3DA-BD4A-2DB0-9895-86408A9CF5EC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83C89AB7-79E3-56A2-2E41-A8742A2A8A96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6587C048-2A5E-5D96-C280-5399AB50C239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1EB287-F588-D823-C69C-D245B1FAFA0A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C1C584-1B74-886A-46D3-287C69B2F7B5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04DFC2-BA2C-7796-1113-A46C74735745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EB42D8-036F-F35A-219C-5C51D65CD6F8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55CEB2-7756-F0B0-9E70-80CA9A87B6F9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7DB572-409A-3E6E-718F-E726CF0D447A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261834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2BB8D-96A2-D6AA-5554-62FD0207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0B346A9B-A4FD-D6AE-DE1E-8D48AD3E8074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7A1B4936-2CFE-FEC3-4DCF-BDF783B44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5308A294-D476-89AD-2513-27C00C1FE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0CE1596-9E82-3DFE-51CC-21A44F941F8C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4844DA8-FE28-258E-865C-5291531C9EF7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21AAFAC9-916C-2F9E-2408-4CC771E8A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010AD12A-5EB4-9BB1-D24E-155F06D4C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055646F-F533-483F-5079-4E34B2BD5508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248119F-C79A-A4AB-9953-10067024B685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3C31E1C7-F9E5-D245-0E4B-CAB670BFF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39871EEE-C9D9-873C-A0C1-F3962F801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71609F7-7E5C-CB0A-B085-FC63BE28F430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5898068-64B4-12C1-92EA-7D9B5A55C9AF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12F00C5-5BA6-FEAD-024F-1FF5B5410484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C407561B-AA5B-1EBD-CABA-8CC156FA7E9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3BFA061E-B447-38BF-20D0-C9E60C834B0A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8B85A90B-3A0F-FA0C-444F-80CCFFD30650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1A0F188-ED09-B54F-96A4-0869C0CAF1B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4A623CE-1516-616F-2BC7-CF576C02139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68F5089-7BF1-E041-743A-994EE07DDB75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BD9065D-3930-E0CC-5832-F1D89C7BC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A313854-C30F-ADBF-51FC-8518D2AFC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1696AA6-1A3A-8B93-7AA3-C264C2B536DE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216793E-A7E8-3DD3-7DDA-FE2BCB620B06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9FE193B-4CB9-1216-6B0A-90868CADBB6E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B9E8491A-6927-3537-54EB-BC09E7C55982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0D7CE3E-6B14-792B-F2C8-00BE167740D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F02526A-7CA8-378A-734A-B3F16D284A0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A7DA4DC-D887-4B7F-9FC0-D9335552420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8CF5A0-B6D2-3322-A609-03F2D8D9E807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DF8CB39-71C1-C4F2-1078-440ED0B1F4BA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04052C0-F02A-BD69-EC60-0374CA498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C72CBAD-22CE-9791-1809-C27D35F55A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B5125B7-A93C-EB9C-E252-D118BD9DB4D0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E2B6A3C-5724-F804-EA72-74E819C84439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1E0B529-FAA8-23FF-A836-1A4E8B0F822E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5B65D753-B325-5DF6-44A4-3434F2BD42F0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04C09DE2-705C-9F99-2167-AA81281EF5E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09BE908-13D5-717D-55F6-B84FBDFAF436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8796B4-9873-2614-3A3B-8635A6D29BD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F20DE5-0B83-2C5E-80D5-92A7A67D779E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7D194DE-8E71-BB5A-DE5B-DBF042C2221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0943CE5-B546-B862-BBF1-6D69B0F49F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BB971A4-FD06-6DBD-706F-1F22DEF32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0895C9D-C72A-2896-9C56-88AB179C3639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26B21F4-5E30-4305-7157-83EFD45E7531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5703FD7-C9FC-ABE7-3383-829D096E3888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48DF36C4-F4FE-C7F9-9ED1-1E5A65D2E61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7864A725-FDF2-86C1-434E-E7D0C6EBBC81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475D2447-7B9D-5EC5-30A3-55CF2541FA87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C8FE706-1FE0-1EA2-9B16-937D328A36A9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0B98F5F-56A6-B936-DBEA-D4E8BCBBD1E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5C22DD9-9323-F91F-E552-2C53743B605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B0BE35D-9F0A-BD4F-5E78-71CC468072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A67FCB0-D979-F0BC-9DDF-E34D2DB42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8987A4C-FCA2-3E6B-9ABB-634D2E49F7F7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B3577C6-112D-F362-FFE6-5661EDFA5712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665B88C-B67A-1E3E-A46F-9818E350C144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8175E4DA-AE6B-352C-F7E4-42923360D1D9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2261F364-F64E-5603-37BB-11EAD5B22289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81D51A63-BE42-5185-1382-BFF7A9886F63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3B614AD-55C5-2DA9-DAC7-79D69354312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708E4FB-0708-1F4E-D36F-81DCBA1D230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CB6EE1B-5EE9-B1BE-DA1F-34CDB1BC05E6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4673E35-1945-90B3-4A9E-85CFB8C33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5452D32-F3A9-115A-2DC1-580F173957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E59F002-0F11-FC02-AF4B-B6422AE91948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CE3BF28-5CAE-4AA5-1E3E-7363860F591C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B86EC55-6318-05E2-5443-E0351DC820C9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BB04152-4CC1-5AE3-F9D7-603D2FE5216B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BC0635D-6C03-6071-44D5-2B3B475DD52F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F50060B-0D05-E3B7-4B17-1176070952F8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856D2B8-BB4C-CAAB-2732-B3F4F01505C0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811D5DE-0145-65AF-373D-8E89F5C9BF64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8EA9A730-4FFA-F673-3DBA-5AAF9976C75A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436A457F-F312-2320-8628-1173EA252A39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85DA2A43-E441-5FE2-1E34-F181BF659E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16ED01C7-5B67-BB91-AFB3-D086ECFC3EAE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5ACE672E-92F1-205C-0BC5-1453C6ECFA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648AEE82-FC55-E49E-B586-E4D34FD42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83DAA02-50A5-DE57-38EE-9C42FBAC2F74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4D72632-D9C5-815B-DDF8-CF892F75E9E4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1C477E41-967E-40C5-D049-0FA8821C6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4FC95CF-903E-317D-3FB4-BD59AE43B0DC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A0A5260E-A57C-9B2B-399A-1F469317B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DD65532-B99F-0078-DCF6-56DB4108B5C9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B094F3DF-04A3-D5C9-3895-DB2BAD7A3957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0F07F9F1-F7E1-D873-E572-4B9AE2BBC788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89C62D2-D02E-4D8D-CC2D-0D4560F6F0A1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A4623108-850F-C86E-92D6-0D543ABBDAC3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6D3D1C16-92AE-E285-EEB5-5DCBBBEFB88B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2905B3A1-76A9-82F6-DF26-6F7719F52FA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BEB5CAAB-60A9-1274-CDB8-DA26E5CB562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077B9382-48FD-A928-1EC4-774709A41A0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FDFE551E-2DE5-C8FA-1C0B-A758976FF3A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DAB3DFDF-B268-35D0-F889-84D6CE072A4E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55132C5A-C1EF-072A-D48F-1A3E7FB98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A0E48E58-B21D-ABCD-2BCC-C58213E3E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713C733-836A-9EEB-F1E4-527C93F49057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0210947F-1C21-5053-426E-1F578F490751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AC6008D1-E531-2E41-B7D2-8A98138A3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E6819908-4D3C-95A7-7B6F-BA4716D51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CE8448EA-D1F5-E859-B08E-DA5AEBB07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12502088-D3BF-95F3-12B8-C740CAD12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59D3AB2-3712-BEA1-E287-F989B3279908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38AE748B-A4EA-24F7-A990-9BD0F099D30C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11E0F07-C80C-C192-FB56-C8E79C4DAC85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09B8A323-449B-7C68-202D-3605EA946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3F26AA0-A8BB-6455-1BA3-672C6C2BDE83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68343A84-FA91-00EF-309A-2500D28ACD90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65399CE6-4C7E-5245-16F2-C810BE769FB4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04A6DB43-9C62-5173-D8F5-572023764D05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E54D121B-B229-55E5-B603-3BDDF1D14F89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7736C3FA-7B7F-FB47-BA31-973712151EA8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26542114-025D-376B-45C2-9C3AA106441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80BC65-8F14-BE3B-3FA7-02A7BD85FF93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A9FFEE-A6E8-51B4-A63A-FFF4F05FC1A1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DBB964-F387-5F57-BACA-5A247FDE51CB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032CBC-BED7-2BDE-4EE3-CCC81F40288B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03B3F6-1998-963B-E9F4-D348B68BB6F2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691878F9-47F3-F26B-200E-2E2522FC77A7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B6FBE21B-B908-CA69-A1AF-B8FCD83939A4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62A0507-F5C1-BF98-C3F9-507F6EAD2623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C8F67394-0E4C-83F4-9E97-3CBEAE7EC1FA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4EEDEFBC-AE6C-C32D-9491-B2DDA3A66765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5A4A9F3F-15F0-E171-F3A0-2072FDC36D0B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62700A8E-C1BC-E51E-9307-5E5D9990A304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E8C0E1-649D-AC7C-130E-791B7C361CA9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B285B8-FC2E-8808-11AF-4DBBC5A73EF6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2071B3-CAB1-7A2E-D9EC-C082561B42B5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927625-035C-46C0-D519-2A832B921E9F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4E3870-487F-E37D-0DDC-04980DD3D4CE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BA74F7-8A26-D395-4F7F-0A43BE2B7FFA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306816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77FA-563A-4D1C-A8FB-0361F4C9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B4EB82D4-82BC-6CAA-66ED-A56D0B6AA642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8E520811-BF3D-19F2-5337-F1B3B1200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12475B5E-DADE-3466-0538-6AE18BFCE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78429BC-1D23-E754-9D09-48357CDF1A91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028571B-046F-8982-C3A2-4092F8DA7060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5EDC5B37-871C-254F-4565-B35163DBE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7F9B3793-23C4-98BA-1C6D-95E7A709C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09AA8E4-E01B-D63A-3108-8DDF0A3CA2B0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B7873E-3E29-35BF-AF18-550D8B28E347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EC54A586-5DF4-063B-8F3A-4BD19C56C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63B12BEE-9700-3629-2B31-669377676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BD3C7C-BA6D-916D-13D7-48E01E89365E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1E4AA77-1389-6FE5-5B3D-8F217A667D36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6370C3F-804D-2864-2A67-A24476D732AF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969B1F12-85BF-C2D5-605C-CBC5BAF2613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4A345A83-CD83-4406-5B84-88175EBBB681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17E25BC3-F2A1-7857-BBA7-61F98C1256AA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C26DEB2-7934-4BBA-C00E-E6CEAC7DE40A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CFE474F-F12D-64FA-BEE2-C23641B72BB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039C808-D74B-D617-D6D8-E974C629D103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3BF92D3-E8A7-4DF0-32B2-155B6D619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805648D-B604-DD63-B330-DF1AD0BC3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9FDBF11-EA60-2F40-A6D7-127D3F79EE55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48A44B4-2E79-8452-AC14-2806A9FDFCE7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33D2767-AA00-78E2-E2BF-2C1178E9A34D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9FC9F196-36E8-608D-D2BF-0CFB3EA2DC1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B8E5F1A-0AE7-8A93-2344-804DA605478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2CFB25C-CFD4-27D9-35C5-95D224380B5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7C1FDFF-7A67-92ED-7B5A-DEA87D038004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5EE5EF3-89BD-EB13-F8A1-9FBEE248807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CB64A49-952D-29A5-1261-17998893356A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A73A99F-AA4A-0201-A4EB-359FC513C9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D23A4A1-55CA-E117-C1D1-7B11EC4BFC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4D398F2-F1B2-E4CB-A5B4-D80E378C6312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0BCC49F-9204-289F-3E7F-D100456BE26F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7742153-08E0-FA70-4E5B-12C307CDF9B2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C694661D-C244-88BD-7408-BBA4109D74F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DA3C8AD-5CE8-891C-3B28-64A0CDCCA64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3E51E899-0EFA-CCB8-4474-38179D5A4BB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D16AEBF-2089-8C66-072C-F2E8735BE4E1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A23BC44-5953-0620-B6EA-714FD138AA9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A5D3EE4-635F-354B-8C93-A9956621FAB2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7DFB052-68D3-C2B2-B322-54ABB0C19B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60E3923-9BC7-A871-630F-BDE33949BB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C0EFA3E-22BE-C064-D3C6-C37610BC7288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624A1E1-89BC-2018-E3B1-D9189CC55D2B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CE201F3-F29B-5E80-FF1B-EE0A2AEAE01D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136038D2-0C89-D3B6-2A30-12F13AAAFEF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8954664D-EAAB-86EA-C304-2173C1893C6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5E9629B7-48A5-F598-EC7F-593DC823103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971AE55-9C39-F66F-F952-72F13827549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EED2A5B-4EED-331D-CE0B-29D2C6C62FB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12CA992-0CCB-E3B9-C87C-035F391C5150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F2DD90B-241A-9159-E9E4-DDF513220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0D7B46B-EF29-AECA-0A3C-34B1369860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BEBD9EC-704D-F592-B5B9-007E6201CE0F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B719E78-320B-6E6E-1615-00423ACEAAE9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976B57F-01E0-327E-C210-6EE653D24204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272B8DFE-E60E-A7D2-C20E-E8C605782355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1C7FCC2F-2F9B-653D-B883-4BB0744E81A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73BB0A8-0F7F-AE92-894E-47A1BD745F4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0B113AA-60DA-E453-1F81-69A28ADEAAB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494A371-CA3A-75AA-234E-34395CC3EF9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5AFBCD3-8E28-5E8C-5FC2-BACADEFBC2E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8B1779A-B07F-7CF9-BBC6-0F4F18AC3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C52B39D-7766-2D63-AE82-789FE1A69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FF42275-3B7C-E856-48FF-54B38CC3051D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7647852-8C17-480A-DC2A-D024F5C804A2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865514-FE18-818D-CDE1-5425EB6299A3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B46EB2-12D1-291D-27CD-8CB3127AEC33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735A5F3-535B-F4E8-09EE-FB3E1C582885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57B33A9-9E94-4815-AE44-38056B536B2B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DE7593C-DABC-ABEE-7996-1EC07FAE9000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5EAF487-34BC-4F5B-F151-20D77B380FC0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E7D596CD-206F-1C68-0FA3-35F3C85B28F6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F0927BA2-321B-758A-C64D-3D0388CC86E8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8BB895D0-3E59-4465-895D-3B27DEEEB0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5D730C02-66FE-F007-0D1C-AFE869599BB5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B57F6720-B69E-17A7-035D-6C0D7BFF2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631AFE32-176C-BE54-03C3-A7F8A3BD3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91A3EB3-0DFA-3685-59B4-154C14C2E820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880F04C-3E7C-AA99-1E05-CD417D9B9BC9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B6E9D011-ADA4-14CF-3BF4-340592791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D91402F-4E8B-B513-7300-B6EC54ED81B4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D1E2ED36-0FF5-6500-B99D-845EF8C48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CA580E6-E174-570B-0910-42C2DED4C7C9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0FBF5AB0-F262-8468-65CC-CD6AB0D06229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D3C9F229-8FE3-3EB0-1C82-8C7FE96B04EF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DFD0456-C90A-90AC-ED2E-FDF3177DE958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797BDD9F-FEDB-F77A-164E-3DCA17216149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E048FE57-76AA-3FE7-3D49-30DE338D624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157083B2-B078-0CE3-4BE3-822A9EEA66B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DB49EF12-7C26-51FD-BE3D-1EF12DB719B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A1BD4822-F53B-B1A3-58DA-7F6CF2E5D03D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6F2EE174-86A5-9E31-4D6A-2BC6AC4B2F0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19A12F96-22C7-46DB-47A5-73D80E6336AB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ECFDE245-1CD9-9CC2-0234-3143835C2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94238DFC-835F-7E11-64BB-CBDEE98D1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D262791-6D98-D567-9EE5-EA961A931EE8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50C88D8-2A36-FD89-5CF3-9E23E8FF3316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4A73AC08-D1B1-6A88-9CD2-7F8BE299A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D1826A98-669B-C5D1-E343-61F31164C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16EC10E1-A177-1C3F-7153-42526727B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4415F9ED-ED5D-0B09-0AC9-2DD1D3CE7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88F03EC-7FB0-68CB-ADCB-CA0536D85202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5731C65-8B6D-4C5C-936B-981FA83F032B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5F4446B-75E6-901E-C80D-65CB55EC1176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3BE7C0B2-DE6E-6C44-E897-6F7D9F4A4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28FFBDF-3513-D50B-F496-E270175D80D9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27437968-9DEA-825E-6E3E-D4A92930B5C2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07460829-5501-37B4-9971-911AF5C837F9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BC62C75F-64D7-E496-BB62-C50C78427FF7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C4CF70B5-6B40-B77E-81A0-E7594C262532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223C0528-8F2D-9CAB-333A-AF80C9FCC352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2DF4F478-85B0-43C3-885B-CD7361869E2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A2D374-78FC-8FBD-66C9-48B336413F9A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74DBD6-F31B-F24B-BD45-46075F8F7DDE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45E9DCD-9A86-19A9-59AE-D5F6DCDB06B4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A15F84-AB9B-AE34-805B-AC41327155CC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F5E97E5-9665-E98D-BC69-811690689425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DB5052F5-A221-834B-8C87-BC5FAC0722E3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0CB4D814-EE7C-FCEA-4D30-426869B82522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240E734-54FA-00E1-BD7C-F0A2F2D3BF27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2974907A-8AB6-A29E-AAD5-96FF9757EA28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A558836E-42AB-6EA3-40F3-E62BA548164E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63FFAA51-2B12-325C-6C9E-05BF5B145B6D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3EEAB4D1-D250-7F76-2238-E8B85118C2F9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AA7E99-526C-C640-2C8A-749390EAA386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BB953-5CB4-6A24-FA36-C2CFE1448C43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1B8FF1-CECD-77FE-F6C7-37B70DAA86E4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BEF37F-16BC-4C2B-D64D-AE9ABDBFC100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785D6E-3790-205B-0DE9-57565F1596AF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66C73E-84EB-03D6-98E0-C579048C6373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172643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8CF1-4444-708C-881C-A1A86C64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8BD9D003-19EB-778E-BC0B-C05756DADC2B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BA1F54B7-1926-7128-467A-CD0C288EA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C0D10011-A5BA-6E46-7940-27F38E7F2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4427589-97C3-839B-F344-16BE398896C6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5807059-C4B6-D105-F134-439313886AD0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FECCEBA7-11DA-E2BF-0754-1DC927710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1DF7AF2C-58E7-239C-D235-8527EEA9D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D91D8EC-7329-FEE4-A3BF-A6E971BE1600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E5876F-B666-A850-8BD5-AC85C12E2BD8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9A9DBDA0-39B5-2472-446E-848771637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B5DA3AA5-F857-7586-1FD6-F11FC1A2F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204B5F7-76CA-F9BF-126C-C7B804F23143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587168D-A6F2-E697-1E89-CDC077E80503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B0B0DD6-B334-B30B-3F5F-C46DA5784D91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35DD0383-BF29-6E0E-7F53-0C2D609C4B4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1B437528-12BC-CC0E-CAAB-6E6E1957CBC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4544D385-4B01-6698-DEA0-D535EB206AD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B6345BB-F28F-A295-B011-F2F3244D6E0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1680306-51CD-2FFA-4824-DAA730E4155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84ACB96-CC75-4AF6-ACB3-FC11B798A2D6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4FE9E41-6D3F-ECB1-0677-5A7A1AA103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AEC7A1D-9840-EB0E-CD4B-392AA885A0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E15B002-BAC6-8D20-8030-3360E677E055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1E26307-41E9-7827-3076-6A9B031272A7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EE90F8F-5B75-B63D-378A-FB09E082D809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3A45610A-F966-128B-4A24-C5FA6316EC6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1C9CFC37-F79E-B3F9-9EC6-6EE585E3F08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6EC7D74-5AA5-83E8-1D44-CDFF8911177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19063AD-0C8C-00DC-7EAA-5A734081066D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31E47E9-DF40-794C-95B9-73F4893E796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1FB362-C2C5-CDF4-0A6D-4DC8E723A7A2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16C4231-1F97-35F4-13F9-161AE3DA40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E5C58A4-A30A-6D8F-56F7-D3706DD39C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154B97E-3259-5AC7-C1EA-AD15F4243675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1B8424C-0A64-7737-BEF2-E5C0A7284A1B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3949297-995C-53DD-9CBF-F77D684B8F52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C599E883-D808-C141-84AD-C2365531709F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828CF92-BA26-B91B-8FE1-E712D782F71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4F780B01-0B35-D077-33A9-C6A53EF0C55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C926806-6103-1828-63A5-C931AB543E2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14F3DA3-CE68-CA96-C7CD-FE968BE1860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69CC21F-2E03-F922-5332-7D87A996DDDA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1E4B51C-FB51-6A77-0FFD-60D9E82306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7FDC2BA-F23D-5DD0-445F-1A1CDB3E4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B5C839E-2BC9-36DB-5028-75B46BDFB8A4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C3D9756-58A5-CE1B-7EB1-12C35121F1FA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4C3BDA4-5E69-4CFC-0A2B-DEBABDAA0F6E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792F7732-A4A1-E9D1-2D8C-EFB86ACA830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3915F749-F30F-48AB-F0B6-C97BA849CB2D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9B632260-D92F-F450-DEA9-AA4DC963777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C5A01BB-CB37-F5F3-7B76-FED9F5571B2A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0DABA61-5D3B-A0A6-8EAE-14C9D982037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3F9B02B-0358-D47C-7706-DE03FC2FC55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BCECE0B-B712-E72B-5314-5460F0CD0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52041EF-51B6-3427-900C-251E008D8D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1F448D8-217E-A7EE-9D2F-0204A4417CA4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3D301B4-0828-9EDC-FCA5-616BD6E96E06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B8231BE-3231-96DE-EFBD-56905D0D914C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CCF2C534-0BE8-37B3-038D-EAD7D3DF8DA2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2C1DED64-8BF6-CFA0-CCAE-76476318BC24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A588039C-AD6D-AAE9-8A9A-9BBA2AFB4D24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9A5C261-EAB2-D37D-9E24-D9C86B29E79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6C70BB0-6C6F-B0EA-7D41-4DDFAABF41F3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538248-D008-500B-04F1-7E5F349273BB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E099BCB-B955-84D0-89E8-51B81C8A87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6F72FEF-2659-9EEE-7838-85D94474E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20DFB02-EFDF-B216-D358-776A0AD0475F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F9E26BF-E035-870F-B0DC-0BD6EA365534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68CBE3C-905A-5468-E324-3AE00D1BE9CD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01C1F8A-8662-9BAD-C1EF-0FBD4989FE51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1D9B05F-728C-4426-A673-51CA1FDD4702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3AA4BBB-0CA4-3B97-393F-E795CA43917B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63FA33A-30E9-D251-8F26-B6ED668AE431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2B9EA5F-AB1E-26C9-E94F-F801E2DFAF54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27211E6D-CFD2-FEF5-E951-88FD570B34D9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0C3B9A81-E0C1-DADA-2F48-970E7C17778B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F5E90018-4147-048B-F130-499D856BFC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7BB3D82-6740-C143-6448-B9786ABBD953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F29D7374-6BF4-EAC6-2C22-9E4C8DFF5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ACCA921A-4BA4-B48A-88CD-57512E735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5569B6C-2220-1540-AA10-6A5A275F8C8E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7A4E1B0-263A-6F29-5474-ED86E920E426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7065E124-3F51-F0BD-CF88-E81F6B909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92683A0-8CB3-8E9A-0C6C-69AB1CF92E8C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FF927251-EAB8-238F-16E3-AA898D474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2EC9A81-95DD-7487-F4F0-785726669EFC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ACE7AAD0-1AB3-CFBC-6156-BF32389E31E8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0B62DE89-1C42-0A6A-66BE-8EACD40D8FDD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B8CA6B5-C249-56D9-0DFC-3192D3BD30B5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641577DB-21D4-2E2A-CD49-0F756DCE36FF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C7A1CA63-CDC2-8F53-7825-8296A4BCFF9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EB18E586-025E-32DA-152F-3A9A6AB7A95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FDA8BF9A-A241-447F-E1F8-D64459F9192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13E2F8C6-9CC7-E197-3D61-54C0E9C54CE1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AEAF745F-BBAC-BF92-5EE0-A25B9D0B057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C9701962-B085-F90A-B563-738A1ECAAFE1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945B74AD-5D1A-C4D1-396A-9978ADD7FE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55C73E66-B60A-3B80-CC34-11DA91CD21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0024450B-1931-1070-88E9-99D7550C50F1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62ADB60-C1AF-4A33-CBEB-916E08F60428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8687B7F6-390B-D4B8-462D-38F88BB8B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A5D734AC-1ADB-12C8-D455-224B129CD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F39ED117-CD82-BAC5-803C-44187FEBB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3D7F9F5A-50C5-687C-2038-9C7F3D0F6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A422A6AA-4CD2-C85A-B3A6-15777D8C4DE1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39459C86-4220-2D28-BCCE-3137C99DD3EA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4C9C5C3-1978-DEB3-33A5-9A03741ED5A0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425EC939-53AE-3EA8-C9B5-660F12CB4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3E78C59-D3E6-96BC-F065-735E147925DE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664CEAD1-2D5C-32A1-5B67-BC26877266BF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412FCA28-4ADF-2C0A-7CC9-1D98DF6B8226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11EFE56B-8D18-17D2-F45E-18B969D2DB04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05392D36-BF26-EC91-A1EC-75E62D732C80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F02D1586-2AA2-675B-AF19-075D603B6AD8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F429F55C-8895-377F-0A85-15A3938817E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CBBE7B-CDF4-32BE-278D-B4EE5514CD08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723B94-CE59-9EEF-27C3-B52230FA7563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80F98A6-66BC-08DD-00A8-A2F87507AEF7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ECEB532-771B-B56B-5F40-69183575C3DD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07D346-12B4-C27E-7FCB-BCACCDC1C32C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0DB15977-AF3D-6684-B757-D36349D7ECD8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AB02EC5B-A686-7418-4C67-FE879392AA8C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E89365F-BA7C-77ED-B333-B37AD17095CB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59642A79-B17C-92FE-7126-5AB0F456B71D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ADB82A15-3F59-66FA-1187-C139A360BB76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C99A6B33-300E-966B-9C77-D943C5CB9673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FA591C54-A209-3C4A-BD08-120A8028EC0E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8DE6B1-2DF7-7F68-6E87-747E3F732892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EF857D-40DF-0943-0DA5-00B14D37CC07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A95B38-13AE-C10D-B654-ED381EDD4726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D3C666-AE76-63C4-FCE8-5AFA121F5417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5D5553-07C5-1D7C-AC6D-A16FCB5EF692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8F746D-A5EF-23C6-6D6D-0D66E49EDBF4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128981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1335-D639-3778-5396-BDD92C38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C360A57C-3537-CE9C-3446-338CB5922D2D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9FF5DED7-10D8-07E0-2EFC-358C7178D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649F1867-D142-930E-7754-5D8534482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07A7720-6EA5-45E2-B635-B8ADF9DF8ACA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4D83E24-D132-D8C4-29FB-281E93D6DDC6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8D0980CD-BE04-A9B0-C739-615488C49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6BA1B6C8-E02D-CBF0-F2C1-6865F0C2C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53798CB-D4DC-65C6-DE2E-E04AD42CF75D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66833E6-33D9-BAEF-BC09-1B410B441673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6DDE646B-16F2-ACE9-190D-B0B598E58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DD028516-03DD-5242-EBD2-EC63DB7FC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A67759D-4EDC-4B77-7E56-1E0B808179F1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75A2B8C-8C86-D82D-B6A1-03A6C75A3AAD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CBDED1A-B2BC-DBE5-A436-F463BA4CF3A9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FBF5687F-82B3-3028-5F10-56BF5AF64360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570A12C4-FB31-95EC-C605-D35B53C8FC1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54D1A941-414A-9876-A850-2829BFF3E25A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120FB96-D6D0-5952-A6D4-C11854A265D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12BD0B2-5E22-9A8B-5E26-40ABE6EE2B8B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3C0B5733-2DA6-D5FA-DF34-5285A9A845B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F4E66B7-3321-17AD-7C04-B7F614943B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6638E67-3569-7EF1-1D16-877657432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6C21B2E-AAED-E13F-7E43-4E50353C5120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F985FF3-8E0E-2B4F-980C-8B3ACF5ACF27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D2741F2-F26B-6888-3FE6-A3C9C21C38B2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7C17D36C-EE53-01C6-EAD2-BB631352C38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5268A41-CA71-F18E-AEEA-3DC6C774982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153D491-A68E-E89D-8DCC-224C60F85C7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173B0C5-366D-61BE-B2A9-F86808EF8989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1764E0A-2CC2-BCCE-D73D-B5998932C913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D920E6A-7F51-925B-8E2B-B72AFBE51B6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8B6FE42-E204-CFDE-770C-F593EE686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4B974F2-B79E-4CB4-C446-E374375FD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72516D7-BB23-C687-B52F-D2226D42A6B4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382F171-B2A5-F367-6C24-7A2BF8A069CC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C5487ED-F682-94E8-807E-D43826752712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61003509-EBB3-DE1A-F217-549D23E01EB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007C1270-59C2-82A3-E9A2-6614D60D2B3D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202ED99A-AECF-C46F-2690-9CCC50F5824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E2993A0-F790-DD63-6724-B4D71DB98035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B6F6F0B-8C71-7E18-6F8D-9C6F1168EC2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1F92F51-D0E3-7CA4-2220-C5C2F076FABE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86EE855-F408-834A-AD7D-892866901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20D022F-5D2A-1465-9D93-0747B22D23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565DB06-82A8-AB60-0CC4-1B9DFD603A60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ABC831B-A7DF-1A1D-2F1C-82D4736CA02D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2AC448F-9C97-4CB9-CAD3-712D35D27E83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364077D7-0849-E7B8-815E-EBD83CF59E4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9F7CC4E9-B827-F169-610E-2AA327220B1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D7B5F82D-EF2E-775B-AB5D-2EE799F31EC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3B719DC-6F12-5023-C30C-25055C8315D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8B6A049-AF19-92A4-3D91-32B181D90DB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EEC6BE6-56EF-6596-F502-332D6DEBAD5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E9207CD-BBDC-CECB-EA83-2637D63F3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96FDDFF-A677-2235-5D3E-B8320908C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A4BB6-CACC-1714-DF7C-03E37C2D7A9F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5435446-E0AF-F2EB-486A-89B082DB7E04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C87F681-BB56-8AC0-54B9-294E0874B004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4D19458A-F0F7-16DA-14F1-92FE0E997EC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CB1F16D3-7C64-9FCA-5137-2EB25830342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8BF7529C-CB67-6C10-525F-0D9886C7BEB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76F9AB4-54AC-FB66-ACC0-10BD06530C4C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EE67FA3-27A3-46AB-0184-4AE7454F20CB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8D87328-F5E8-2B4D-3661-65E4A049800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4C2BD4A-A6DD-9AFE-35D2-2EAA6AE7A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D81AE96-1758-5B45-B5FF-775C222B9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A3A9A5B-A399-00C1-0FD5-68B184C0F8D6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0D19141-284B-26A9-E2A3-F1B0330AB675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219E6A8-18DD-AD47-34A4-1C0D4C7781D1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D5C75D8-C634-EB7B-8D2E-A14F694E4920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DA79125-C016-91A1-5F47-685DBC53BA71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070E299-2D0F-5681-002E-A65E76F143AA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BF975AA-9478-434A-E611-7E028FBF0431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A31AC6D-6341-8491-43E8-280F04980B01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74DE22E-0850-60DD-04B5-AA275D3C0CA6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FEDEB8A9-08F2-A79D-D774-BBA4F275334F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1392D413-66F6-986D-4F69-F26CED58BD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13465C00-8FA4-D523-F351-99B3F2C5D69F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331D765A-1CC6-21BF-7922-BD9E8AE855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3560939D-6182-DCFA-7E70-FCC3580CA5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6D8F38B-11C1-6ED3-D2CD-E9FB9A013A9F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8187167-217C-5021-83EA-8CCAE7623FBD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CCA1EABF-C466-24AF-A131-2049F0956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88A64C7-7A10-3476-C183-14F8B50C617A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4C0D3631-3649-A52A-2BA8-9F497DFD1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9FC8F47-E323-E336-FA59-E50E6031FD96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ECC440DA-F01D-FA8B-6FA5-7BEDA94F21A2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2D55ADE6-E19B-73EA-18B7-A2FF80D286A3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8F48EE9-A7FD-57FE-4EA4-550DA10252BF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C82016C-B184-9318-CE0B-5AA5B4C9FF23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65F278CB-F2CD-E131-2C5E-565B2487F13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63FB3CAE-7F58-ABE3-9AF6-382CC8D1E1E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EEC53C3C-F9DA-5237-EE93-95FBB2C30F9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00ACCE7C-6B5D-9D29-8576-E6F662271FC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E2947C6E-E639-CAED-9F98-D0A7E019254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C2C9B052-7301-B2A6-11D7-2091E7D28D6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41966A69-04DD-507B-7524-52ACC3F2A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FE38F0E7-8192-1CD7-D198-5E857B0CC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FD3606C-3CB6-6BB6-0938-C8B5C6D973A8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93094B4-3295-C692-E6B0-13FC23D54028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8BD0400E-1DF7-E711-DC1F-320020C62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ADEAC973-9CA1-8D33-022E-8E4EF3E9D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326C468F-43FF-FCE1-B903-85800E4D0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19AE46BE-8A60-70CD-34E7-DBE38E5F8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DDC4252-7546-B711-9F0B-1CB07F103426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78AFF89-A743-F4C5-2FF9-AC3EE602F901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857CA37-1A8F-AAE0-4B3D-0B9164B46AA7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34A010D3-A55A-270D-DB07-110768A4A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62CE774B-F8AC-73AF-403B-C8262E1A4787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D7D7E195-5C16-7492-2C3C-D3893964CD79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EFB6B0D0-686A-E319-EFDB-14B49D6D7AC5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97C22C03-4631-2CE3-FE1F-5D89E02659E8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F6F4B8D9-58C5-DF45-112F-9E2460B1A1F4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A99B237B-7E1B-1C35-5F64-D4695DB02D34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36CBC3B6-D738-4651-180F-827895795C1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E939D0-81B2-1116-BFAE-A5B19027C85A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3E7C577-82A0-8B4B-675C-5AFFE6DE7049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9DF918-A052-F1BB-1AFD-718C1DF257D7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08015C5-CF32-C51E-F55D-B0BAB063F833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3CE5912-4212-8B9D-1E80-E72943C7FDCA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DAFB2752-27AE-BD86-5EDF-E4CC84CF072B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F5A14B32-80D7-1F66-3DF6-FB6F1D529ADB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CC97246-B1B5-B534-B1EB-739191BFC7B8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0D34EDF8-8229-49C5-3F48-A9BA4E8C36DC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7D783181-02AA-D180-BFC8-CACFE5546CDF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B5B1553A-FD52-CDB3-09C2-17672632BF69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EFE43EF6-7FBE-30E0-8DD9-8E3CEFF4A8D9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B25388-8465-6118-B9A5-E663140A05E1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A4C56-A1BF-4F61-3C7A-46EBAD77DB90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FF6906-4C56-D172-1FA3-F6F689DBCD24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EFF81B-E7BE-6594-5EEC-642D7FB18718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329AD5-12EA-6D63-4C77-0418B429A128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714A65-BDC0-6A83-9F06-30C735A262BC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149027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BACF-8638-1BBD-AACB-03F5F60E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CDC6E193-F344-D1E8-BEB5-BD306D86B5B3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5F9873BE-23B5-923F-9C67-57CF65360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225AC83B-1376-40B1-9B61-AE226964E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C3940BD-E196-9ABF-729C-4ADFE64F701E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2E777BB-396C-A0E4-5A14-24964DA90C1C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904D0EAD-F339-1293-8309-247676D7A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6A696273-58A3-CBB2-8415-6F148245C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693E2A-E9E7-B75E-3A9F-C42CA521765B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B79468A-4C9C-FAD1-89D2-875FC0F9F191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6D9E8BF2-1B50-EFD6-3678-419BA4151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63D95195-F054-FCAD-105E-65D92E33A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951255E-442C-7FC8-5425-3E1574F73CA0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51A552E-2767-D901-0313-55F53A299244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536953B-A12B-5E49-BD5B-E2942EF6E08B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D5CFAC71-2072-39F0-04E5-BC4180CC2AB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8238B9F3-5EED-F858-7D35-9EB90EF9623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5DD208AF-5DF2-F11F-879C-053AB924F7D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BC1C55E-F4C7-E398-8E1A-9F68FF458439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FA2EF55-FE9A-30BE-DF3A-32586ACB21BB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048F189-25AE-0CAA-42E3-DC368DFC0761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E53027E-A4AE-EABF-C99C-990690F28C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F3CEE8C-D581-AB0A-6E5E-73A7458248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6C44F5-5837-F9AE-AF8C-795051CCBB4E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ED45449-26A3-5196-BA64-9A11978A00B7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29EEB56-4ACD-8B57-61EF-F510CCAE5B5D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BE6708FF-F15D-91EC-E5B4-820E30B220F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47D01A7-AE0A-0DE4-D373-9F16549FE3B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E1FC59C-9C38-BEE3-5F89-BD954B02825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5A42186-F477-C6A5-CD02-E4ACC6DCEE8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20755B8-0394-7800-99D0-5533FA55277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0885FDC-0C5C-DE5C-69E9-691F83CC941E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7EB1668-CB73-6FD8-CA54-C5CD3DE5CB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550F00B-1012-2A10-24E1-20240A8E0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233BEF2-45AD-0218-EAA7-A6330A603F2C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D3DFB7E-F1F3-2EFE-E7CB-3979B693E9DD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9DBEFCB-6F5D-4584-DDA1-0D9F328EA220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03DA84DC-BEA0-5973-DE3F-3C1D8A12DAD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3D5958B-7231-5ADB-D6B7-927D0D060E3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FC10393F-2C8F-33EF-0E1D-2239F5EFC7F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E8160B9-DE0B-E8F7-9F8D-AE5A33F0515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E25A042-35CE-3B40-0FEB-2E9684EE020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ABF2F20-97FF-931E-E9BD-CAB7D744D4DB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8FB2466-57C6-4250-72FD-F24996716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2C2F710-433A-07B7-F94C-6855B410DD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6F20FC3-6805-47F0-5F06-0B700AEAFCB9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D3CCCB6-2065-CC16-7D66-64231BA3B0CB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2E3426E-7AEB-A7BA-C350-BE5ECD13AE8B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18C37F78-CBC8-9E79-463D-10A9139AD88D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9BEC4BFA-484A-0E4E-9411-6AF35BE937C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EEB8A5A-B3C1-EA55-24AA-513466C600E4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D5260CC-C5DB-079D-6FF4-6B0A68165EFA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7975AE5-7783-2DBF-37B6-13FAF309F72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7CBC192-BFFE-C28B-8194-99BF2E47F271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DF23140-D834-5071-1C1D-1266D85AA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196610E-3988-9091-1EC5-FFFE05D774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64A908-B161-8882-B5D3-F53747B1566B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4404C54-0F2A-B370-19DF-A8F95EEF2595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99BD949-B7CA-7F9C-A7C7-4CA501D33FED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5311C2A1-CAB1-054B-F524-32B8E52428A5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93CFE4BF-D4CC-C746-512C-B3ABFF24FFD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02EC8E8D-47C9-59C9-B045-5A4ABC1D8BD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7F19D3B-1BF2-7656-3593-12CCCA94C1C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81F39C6-26FA-A4B3-E258-577AB790C53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DB0BCC6-C98D-4743-F1D9-51D4575F0B25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FCE1A9C-6039-7D57-A50A-9C0A9554BF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E540F3A-4EBB-5187-7D9A-357EC7860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E1A1B0D-DCC5-3513-8B56-2C425D3479E1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F5D1C40-ED39-383C-5B7E-334EF1698C49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117C84A-9E11-4400-097C-255BF40AF3EB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63D400D-E81E-8200-1575-F4A2B421D598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662BBC3-5089-35BD-F907-421DCC1C5FF5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CB9EA7C-9B8E-AAF1-F034-EE8CB099BCF6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637B121-1857-F18D-F265-B7CB8E1D5E53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C2F5729-6810-4402-82D0-6ECEA2F2AF70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F345CF3-9D02-2538-98B3-EDD6FD7FCB07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3D7A130D-0D5D-2E40-F012-5121098AECEC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0A3719B9-B2E8-278A-EAD7-1D1C6FFB1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0C6D2D8C-F06A-F9A2-1411-967792660C33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276F5D99-6AD6-C902-97E5-9485DB2F87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952B787E-73F2-9F1F-8D9D-653CA2214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6BF0E4-DD5C-C72E-A08C-EF43CA962CA6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81739DC-8D0C-8BC4-9A3F-FF939D1CE1C3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DDB1ECFF-F5B1-D5EE-1AF9-928235627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AC65C08-B0B8-E236-14C0-C3202116DEEC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C27A00BB-23C2-D564-4ED1-B9598C2B3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7702F08-2DAE-6C97-4E30-5746FF1B3E2B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CFD31C60-DDB9-FDA3-1C0A-32CFFF2A9161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470D2FBB-4FC1-92A8-1155-FC65598F2D89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BF5A732-5152-7D54-0109-F8EE68DFF152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FE4ABC31-7E41-A76D-E745-CFC36F1BF69D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A5592278-82E2-FC1A-4CE6-5F88042254F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259B951F-4926-C61F-6104-4A992763C4E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3F00939B-34B9-C45E-960B-414CD2083E1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FD9B3494-4BDB-AE01-4B6B-6B608EDBCC89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C462F983-1206-45D0-7E09-79CAC1FEF6F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1CFB5D8C-1CBA-A76A-2E6E-98216E8D275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10E42D95-F097-0A89-8F5E-08A9A8EA6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A7C0821F-03B3-D708-F27B-6DFBB6A6D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3F9FECE-2630-69D8-7D53-19FE9B5BED31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DCCF278-08DB-14EC-0B76-E62553E395CA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8A12775A-0BCB-5B0F-0359-C39C12FA6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B6A54EFB-3B5A-257A-2238-E586F6037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7CFCDCDE-2245-4FC3-399A-A54287534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4755F55C-C62E-6563-CF31-DF0D7F940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DD2A46A-AD6C-0CAE-B056-7A41AB9904E3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E63112D8-5431-E24E-2FE8-DA504668D61A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32245B5-955B-B132-DEB3-2D04693733F5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EB6E686C-AF96-A44B-B1CE-32D7C06B9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682A40D-1ECD-6DD5-636C-6E4FB49E1C5A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7074BE68-384C-0F7D-4ADE-6C46354CB03F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5B5BD04E-0E27-1AB2-B10D-0B814D1FC1E9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2FB508C9-5159-58EC-D4AA-8148EEB42AAB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6B456C7D-7746-BC82-9602-5BFA3F2D0728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B4E5CE95-2F70-E990-1FA5-D12E641EF0C4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3ACEF3E3-B781-FD46-3955-15098D2FB3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12B12D-D312-2586-9DCB-3D9F47AFCE5B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7E1A09-65D3-9696-40B1-68A1B461EAFF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35FE29-117B-2AA4-D138-D89C485BABCB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97C7F94-7008-99BA-83D1-318CC3F0E92B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297F65-A2B1-0348-6422-C4FC1E3CFA9F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F639E70B-7BDE-7DB7-A6B6-AEF0F37EE5A8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A5457B53-E719-DB77-69F4-042EEF6CE57B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879E8A4-C015-E06D-0EE1-1066AA60911D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431D08E3-CE86-8E99-44A7-5DDDA5FD7030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B2FD1617-56CB-BCF9-DF05-406455A49A45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0321D6C6-C3E9-FCD7-AAE0-0B081B47FF8C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9B8A3995-B5D2-3464-D9E1-F1BEEB4A94AC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0F738B-0BBC-EA92-529C-37AECEE28292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B84223-185E-4F5B-0475-DD18242FF4EF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C58FA4-ABE2-A8A5-7D72-D08BCF08DE76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150D90-874F-9807-C457-DCB36EAE739B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5E08A4-36F7-7DCB-0CED-7B1C80EF698E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4070EC-B7B5-9403-7610-7D968C7A8C03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1783958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502C-A95C-D2B6-FB07-98719C44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81E56AF4-E731-06CC-EEF6-D4459194B366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72EC57FC-B985-7F50-1DFB-0E454528E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B406B278-4AD0-D46E-C3C7-32D95DBA6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5D77BF9-CF84-A528-1B39-DC14E52B6FB5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F856FF1-0A96-120D-D342-409470983FAB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EF6D2C3B-E540-9BBE-89C3-DD8B6B9BC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3DB285F4-9219-983E-0CDE-7E68CF003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D3071B-47EE-5998-CE70-46011048C049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2CC43A7-FAC3-7E22-C467-4D8CD4C569D8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71796F66-0EC4-B337-747E-9728902BE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0EA2D381-ECB9-BD2D-17CC-87C750580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97A7CC8-737F-C665-8F38-2F19A6076DE1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C4B5AF0-9E53-98EA-08AD-566C80F05DA9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653D7FF-C86A-7C89-1753-614624014CDF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38FD5A79-5843-21B5-A46E-764846B406C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0F6E5B3F-4A6B-4238-89BB-4E0C73F6D3C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F7B8C7C6-9B57-25FF-3A7F-91B9ED9A7CA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1188EE5-33E2-515D-6277-BF323F887C89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40E1832-BD9A-10BB-EB19-FB37697A828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4B49451-FA4E-5414-3EC5-ACE2878813F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9654A62-0904-61EA-4B50-2FEF8F43A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67778FA-A924-7DEB-CB82-AFEA19ADE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7DCA093-3788-AD86-D912-9616FF998335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32354CA-636C-FFB3-3054-A6CAC750B5DA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0BF622-9EB9-9D8E-D995-39326AE466B5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070CC69C-0238-B494-41DE-89698DE6CC1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0648901-A1BF-7AFC-12CD-B529658403B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09ECE20-2F02-9600-36FD-7849CF6187F7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5D91DAE-4C2C-894B-8863-42ABB5D368D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F8C09FD-F17D-012A-9096-5454C099D20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F4BA164-8FF1-DD37-2A84-ACAE5057F80A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DAF58AB-D9C0-DAD4-725D-801C5E886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C65A9E0-B40B-A6AD-E78B-E5CD4A76A5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1947110-49CB-BEE2-7E6D-18300FA36B41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16E27B1-F1A0-7737-00BD-C6851DB91968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B56374-3F32-6EFD-1399-7A21C26C91FB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75CE49B9-F7FC-91B0-792F-53AE927126EA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1129B3C-9CE4-7860-DE93-D9B10932EF9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D4326595-DF76-6AE2-1D63-FA49470EB0F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02A2BAD-332B-0989-5CF1-D3445AB14B84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F335133-7E86-C40B-BC61-47371856EFB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C6FCED-C9FA-FB50-E3D9-601BD03B991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57419FD-46FE-BFEE-ED10-8A8F29659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BCF1369-95E5-E425-E619-4585F4C34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F76B78B-E17F-A273-0635-5F6B0C50E872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1CAA58F-05CA-C57D-14A9-937671A874E8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9BBA3F8-F26C-B1CE-7E98-A5047094F4E2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EEE17A4D-79AB-3D2A-0BDD-CC5FD4E9AF1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A909E6E0-2D75-822A-85A0-051E873DCB54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FFFC3951-C69A-C09A-F007-E5FF7AB0945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06C6D42-1651-3A59-7899-2C4EFD08EA5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F0D6A12-D955-E6F1-BEA8-0F20AC89A1CC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5D8EA7D-CA45-09B0-8741-25B971110FB8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515040C-B47B-DEFB-25D5-A2688408D1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0813826-F978-7530-CAC0-64DACB2486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F5A34BA-9547-FABE-B80C-B7EC3E118858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6F1D36E-AE60-6E04-DB9A-0E75F365C373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E2E5EBE-9921-812B-EAA5-0B86AA24AA8A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A4BDD362-6466-DD87-5537-14EA01ABD61C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4A565A32-3FE4-30CE-EEB5-8AE8611A97C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D0CBC19-8600-86BC-B272-534CBEA79FE7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3BEDCF5-75D8-3FB3-90FF-A4DB6B7E4F8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5A0EEDA-4DED-F1BF-ECA7-C51CC842DF5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B92C375-96BB-B441-968A-64AC17AEB22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D0D75FE-70CF-6A01-A152-E0C82DD030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E0ADEC3-D4EF-58A2-4A38-CD0681C55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F3D78B1-EC9C-2E45-8328-48A61EF64ACF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FE3066E-E19C-B341-2EB5-15BEF0DA6E91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C511C90-BC73-1C23-FA42-ACF78BBB98DF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78F9844-96DB-CD8E-0F4A-D20F08D94EEF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87EC3BB-69C0-D894-2B62-0104D4B8C464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59C2744-4D8E-A94C-9C44-4D95BECA17D8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D6D3B06-313D-4096-AC2C-548763CA590A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C8226F3-A4B2-6E10-2E33-79D1AC4A1FCC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5C272D4-BA76-A9EB-8628-9F550CB0FE9C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E2AFFD9-F85F-5576-54E4-0B3BAD448357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3EFE7A4B-6974-17FD-D228-A96A8264E5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FAA1AC4-1B63-3D99-8EE1-44F9EBDB67C2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8380C079-9E97-4959-2B60-95E4B4A57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3E31D95A-2737-8D8C-88C8-9329D4E64E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34CA60B-7C44-4F53-7D11-7EA3FAB5B6F4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D25097B-8258-B49A-2734-0B0F619DBD34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0D7FAEF1-2822-711D-78F9-1865F37CA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0086686-0A9E-E99E-C6F9-60557EBBC180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CA879146-F0B3-63E8-BD04-4CC5D15BD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08D5FCA-A1DC-5D55-6442-1623EC21113A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76A0A086-84B0-B952-787F-250C36705B46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484CA66E-3A22-F20C-1C21-E304676C879D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C109AFF-E70B-9BCC-1C97-D704EC987674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C6F02FA-E359-C058-EB57-C5FDDCDA11D0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4734C757-87A2-0C62-0F2F-A9A9BFD08C0A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489C2736-5329-1261-17E7-904A17553AB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D6FD6692-BE20-4345-A5C9-BBCF641456B0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85E2F682-756B-E9F7-04C8-EDF273AD4D3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E908A486-1DCF-4A7D-B147-E39E8F57422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602B0900-F62A-1A41-85A9-3F298F0C279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4DBA6BED-2D7B-8D45-294C-E1EBE4FCBA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3F17DABC-506C-F544-00EF-4A287597B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ED10539-36CE-1DF4-4E05-7F87E75E7F24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3341E70-A07D-2992-E09C-EA5BBEBAA30B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ACE23984-D9FA-25E6-C45A-D4FB2F88F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8736CEC0-E34A-8C36-205E-4DAA2ADC9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8795C31D-8603-9469-CC55-2ADC73347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BE3857BD-B978-83FF-6E55-3A8D45E6D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2484366-D0AC-533C-32E0-EACB66C3B680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F50EC4A-D683-F9E4-A4E7-DEF87E453E69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5406681-6E50-20C3-4149-2DC806AE9B90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970C5E37-4C5E-8285-5ADD-AF14B09F3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9E6EC0B-1400-7773-435F-A2A13A76195A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A1C196B1-E79E-D159-1A0C-A5FFFBB1AF6F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55202DCD-F852-214F-A065-A7A414E8E923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A3042507-4A24-DDB1-5556-995679262D64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12BA7461-3812-9C69-98BE-C0E7F41CBC70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382F140A-E55C-C656-2524-5A3E41C7D983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9B525E9E-2874-01E7-4687-058654A08C6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92AA71-6C16-96A6-6220-7641AE72B74E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ABFBE2-18BA-4E9F-AEB7-21BB75AE06D4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26DA52-3B87-F021-CE12-1E490212AEED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EC2918-FEEA-90C6-B24B-2B7769457B94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3CEBBE-F1BF-5A1B-BDA4-57C940C4B753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66D63ED4-2787-7EE6-ED43-38B12A738EAF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3157B448-BD6B-26B7-6321-76FF7B46EC6E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449373F-8CC9-B083-6E49-2BC18204289F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3CC0C1D2-A8D0-248D-9BDF-E5DD615FCEE8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B05BB920-DE68-0945-D78D-183F013F8B03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A624DFB9-B4E4-15F2-15F2-425D9C1F8B93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90D14BE3-7878-1885-E456-E3B576F86FEE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5D57DD-E386-96EC-0CDA-884EAE8557E6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8B6F18-4296-BAED-7E79-74C781056FC8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4184A8-49BB-E936-99A8-D2D1EE0599D2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8C2EAC-A826-EF5D-04EC-427AF353E0E4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C5CD92-33FF-C881-B9E6-E412CDB2F610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E5D1EA-B497-5C15-81D7-001207CD805B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303899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2735-7F60-8164-97C1-6D916E9F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0DBF1A12-BB22-7DF3-3A75-B7CD60C93E7B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7C564DF0-51AE-6CB0-2B23-6C5B41AE8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111BCC57-B601-A372-DD2C-45B0D4075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5C24554-C9DA-9020-AFC3-2985073F3340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75B7D5D-899A-BDBC-38DA-3A2799CF7DBD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5BD38304-3B6A-7FFB-DF3A-5A519525C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E503EC5B-43D7-6E0B-FE02-83D18E82A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C81C98E-D5E5-A845-CC1D-07E5E1976530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CEC13ED-104E-2D0B-19FC-02FDA9A118A8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A2A4BEF6-668A-5A8D-A63D-15FAC14E7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1B6CD3C2-3210-7378-882A-5400F141E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8993141-E4DF-EBE4-160F-4B186D37E5DA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916B4E0-A8DB-1989-53AD-64459C1B0110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45E890-DE1D-60C2-D2B0-AD66D5B0AE45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28E701A5-7489-185E-2CCC-81E894B2D8E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CB7810B6-5B6B-4C49-DC8E-3C9D91DDBAE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A1440F6C-721E-2BEB-02F2-0AC7EEE8457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CDD8DF0-3DD3-6BC8-13E7-2D2532AA814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74D6EFD-486A-439B-AA04-7F57C7FF63AB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7524153-E32C-5DE1-D6C5-4B68102DD48E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CB48D35-AA61-3975-BE3A-449DD5D7A7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1AD7C8F-2F24-F62F-3220-4D709928C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D879DAA-6EEA-01A7-C924-9A05B396A1B7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BFFABE5-5597-C478-A2C8-4916903B3EAC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D871D78-63E0-2298-E984-E7D619F29011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444991A1-0FFB-A4C4-B902-44B2E329AD9D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338DEFC-4BED-1D3C-C46F-ABF19AE0489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A454D28-2341-D81F-2FA5-A826C8F8425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4E78E2C-6CD5-C31B-505F-E73289411DE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235137-117F-22AB-FD2E-0C74768AEA63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084E922-D89E-9299-387F-6E5AA67BA90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64AE303-ECCC-5C41-7B3D-D604D71E64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8B5A61E-3E6C-82CB-9217-B4EE007A7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4FFC367-BF9F-7ABF-5A36-3BBE59FF674D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C6339C5-2447-082D-76A7-6EDE5341F569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E307E2E-8466-1F7D-27F6-3D932DDCD118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894CEA99-17AA-79C4-D83A-D66977864BB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96901A8C-6C54-C16A-8B10-D37FEDDCB2C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8073AC18-FB07-A83C-DDC9-2101D302CD4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80280C0-E1EB-2D57-7926-CF1805AB01B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BAA49B4-2110-79BE-3931-2D4395153CD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13D3502-7DFA-26CF-D14C-379A84EF489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66C7CE2-E173-4FAE-F706-69CAA3106C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8B7217A-87B3-8FAB-0B0C-733247D980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8BBCC5C-3720-AB7A-E56A-B79F7235E016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E8F2A19-8114-74CA-B0BA-895EB0EA26DC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54FB8C-CE98-7CD5-AFB5-FD9E7AE583C2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03210E96-B702-E2D5-4D45-B554A05C43C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C75FC193-F2F1-8345-ADB5-208F259A07B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8F66B642-00F7-5563-5456-8462E554FC9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D5FEE3F-F081-C0D9-93FC-14EB2932B83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E75B5FA-BB12-F53B-35D7-F6637A90B2D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DDC0AE8-6C3D-F519-06A3-7A41606F18F0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B8CDB03-0715-8446-64A1-9BA8A91D4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157F1D9-A14E-7555-C4FC-F0B6157559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134832A-8D4F-F565-7121-6749D3F75AEE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E0ED1E0-48BA-51C3-3C23-6CCCA2F53B1F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8F3AB30-2C7F-DFA2-44EA-3365FDBB5CED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3E4830EB-FDE8-8569-47F7-5BCCF0E56829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B566D7B-0EA0-7D30-C941-35D1B00AC57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8F715F17-786C-AF9E-ECD2-4E850C10E1DE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2428DF9-E6DD-934A-8F52-D359ED99C1D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7F0CCD7-B402-5316-3184-A4F0D32F37BB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0A946B7-A567-4864-44F4-CD5E2053DCF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F55473F-CA88-18B9-4432-03B129CFE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DA73D11-EB7F-5EFF-E10D-7A4DA5BA50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A002175-D2DF-E9D9-2DC2-381C5227DF67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9D9AAAC-1316-76D7-0FBA-69597B7904BD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E9478FD-7E3B-FC1C-483D-1849BFD4AFE7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3994079-9D75-EE66-A881-CF09D72EC805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ADAED05-C1C7-1685-AECC-A9BFDE74EF4B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D62B191-CA94-6B0D-9DA8-D4307F05670D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D21D0BA-F342-17A1-C165-57A48EC6156B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8F212B4-9118-A66D-9C6A-C93CB8E5F532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6CED961-DA3C-11AB-60C2-A34E5F39732E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627996A-E032-0EAF-E934-BB6073E3D479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B4C39B00-0E6B-3C11-931C-9C9DE65321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B741309-6542-34AC-0ECE-C4798370CFAF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5D207843-09F9-8085-C1CF-7B9AEF8198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F080EFC0-B609-4574-2D69-67BAD70CE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A0DB1CB-7C4B-4298-55B0-9E554C1ADCA5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95FAB9D-6684-185F-0085-0CA6581EA0D4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6221C47C-BFDB-F476-BA4B-A54751810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77B041A-A4B1-F460-D805-54D4E6CB162F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9E132A0B-CF74-49AF-5500-CCFDDBAF4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D9A8D36-5223-0307-1ADF-95EF77A07DF9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AAE8F0C9-8EA6-13E2-0719-6C702F6F0582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B92EC8EA-C581-B7C0-F846-B4F270143FCE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471CD8B-4C83-F011-D90E-18C59F8B64F6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D2AC1CE8-14A5-135E-24AA-BD1D9DA26F95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8E309C4C-A26E-52F5-CAE1-8BE5394F4F2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86E44619-B198-44D8-0A14-57CF08AA733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A2D4FE75-3C29-49A1-794A-29CABFF5869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8DC7B36F-8AA3-6FB4-40F5-80A0A253AF0E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39A0463F-D257-DB2F-C188-ADE2C56E45A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F5663EAD-C71B-1EA9-393F-D56ED7BC41D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C418952E-A293-29F1-F24D-36F48A26EC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315CD3CD-398A-9C34-35D8-1589326BD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DFC3AA0-3031-57BE-392C-A263C71F323B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F869948-E1FF-AB2E-9073-F4428A583235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5A46CC21-20B5-EAA8-2D77-E469598B7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C034E45F-3D70-4274-DECD-668B11B9F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654C7261-6DCD-4878-C7F3-D7825F64C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31139B01-8B3C-CD66-D9E6-3061AD5E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B0EB7BF-5F6C-57D8-DD23-814727740912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EA58B5F5-0A0A-B084-D72B-0F30154F1550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667053A-DFB6-FCB4-5B0A-3D17FAC8D267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917623EA-EA4A-C323-C2A1-D56AA3CFB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60E28A32-35BD-EB49-4C2E-819524CFCA8A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FBA8840C-DDCB-B08D-FD78-F245872418CB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9ED0BCAD-6C10-35FF-4E9E-56D604BEC701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C9D1DF89-169C-A280-EA5E-F42D419A9CDC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82469EDE-DFDC-E640-F230-5F48FFDDB1B1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C744453A-AEDA-7E90-7236-EB5E79054A8D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278DCBCC-3009-B2A8-777C-065F6995071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8601279-14CE-EB57-B711-3A36D9DA66EC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6E1582-E86E-E0BF-663A-976AB8A44EFE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0AAC70-2DED-36D8-2367-CC8C59953372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2A0FC2-746D-4F9F-0835-A84109F9158E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87F9A0-9711-89E7-A64A-BBD5063273A8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57ABE83F-0AF6-68C4-ADD1-C836004D299F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04D78038-B1AD-216D-C871-6E8385A2AD33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3C3EC7E-D972-39F0-969D-3A0684786007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17774300-5D47-C04D-0E5C-3936AC7CDED2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60C46696-5014-E589-5D6D-0AF7B82D9C70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B48B045B-5B42-444A-B646-E9C080C13A68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C32ABD4E-5C17-01DD-EF97-A9382A3E6C73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922E4A-69A2-31EC-878B-FEEB9AB69E36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DF9F11-5D23-27AC-838B-428514D5A69E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A33464-003F-BA55-D46A-06A22F5BECB7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8A4332-CF8E-6933-502C-CA3D8977803C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56E591-1F4F-28DF-220C-D81B08DFC82C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48F459-ECFF-3F8A-7B2F-030DEBE7A377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378263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966D8-0402-6851-40B7-A87EB64A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E38E6832-E8A8-332E-A60A-433740AC6B74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2E667632-B247-FCA9-78AF-745E1AF99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B35CED7E-2188-764C-9A7B-96EBF27EB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54852F4-FA96-4F0E-2DC2-601459DE885C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18F72DB-AC66-A56C-45BD-C8D7200F4699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7860A667-CF64-1A74-6404-52D48D042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F4E370B8-2311-657D-B3B2-4486EE0FE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4E0DF88-7281-0C75-CE4B-A516D7213E4E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541F6BA-0329-01E0-8285-9F7D67C3CBD7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DEA0AF95-E424-AEC3-1DAA-A8DFC7C22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44938B4C-F58C-2AB5-E4F7-53265D2EA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2749ED-1FED-9ECB-034C-F28BBAEC147C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00F3E27-F203-8A10-80E2-085C791DB273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7ED9DA4-6A51-7341-1312-51CD41DD2A3C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1E09AA22-E21C-34B5-E43F-7454025AEBDD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F604B4AF-255A-083A-CC19-89C811B398B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C4937EF5-3B07-6F89-3654-CAA63FD77847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D64F6FA-B181-977E-50F1-1DB6772D4B8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48A9102-DFD4-BD59-58B9-45212D1B4A6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2AB2DBA-C643-274C-DF6B-CC1BC1E726FE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3792609-DAA2-DE7B-DAD8-C58089E14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8B53912-471A-25FA-3343-DFF4AA3474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C968521-1DC1-8A96-0060-099329F7CCFB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4028F3F-D4EA-A23C-C38D-1D27B85CF004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E325D3F-E204-4E69-2332-D56E11779B52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8597C6DF-6421-758A-EC70-8F7D2AF9F87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630726F-2782-36ED-FD9B-9402C1FBADC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6DE64A4-9A5B-05BF-44A7-BBD12E852FB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89B640C-A0D0-73FA-5AF1-13DFD64E4A7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4E5EE83-6785-70D4-A563-29DA2060E5CE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FA5E60E-39A7-F513-F3E7-750A2CB2D6DF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ED1C4DE-132F-48EE-30BB-95085CCF8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B5ADF6A-1685-5095-2045-B68DE96480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D7F0697-F4AE-BEF0-FEE4-7F433A8E170D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924C160-339E-EE8A-0D2D-145EE3FD818D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521729-C148-82B3-3942-07A63F3EC065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FBAA21BD-0C40-26EE-7253-4EE3F9A625F2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BC942BD9-C10C-AECF-CCA9-4B85A9F2729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72EC32CC-30E2-9546-70EB-9DE92BB57470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53C100F-2267-31E0-38E2-489B67CE4CB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8CDCCEE-A1BD-29B4-A66A-8E66774929C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B1926E7-9AB1-A2D5-37A5-F00D3AFB8D7E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BCDB16D-5385-AE53-FB43-F80A11951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05690C8-6A2F-B67E-5EE4-0631C5832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87A7E48-863D-F734-5D84-9AA589A660B2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8C6A499-EC77-0CA7-D485-E6E140ECF394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24A650A-046F-A775-53EA-AD517BCB9942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C54A00F2-CEDD-418D-DF33-071050545B9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48749598-B9F3-6A7B-A768-1F6383065D8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3D64454C-8842-D785-6B36-FD633C08C42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225A896-0EFC-9D26-D4A3-79EE36F0787C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CF64AE6-EC09-5CD9-DFF5-0B362997028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12E121F-7E1A-4ADE-579F-74010C48943B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08A944D-3D72-2081-DF94-29023F813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9BF5D47-9B8E-3555-9517-4ACB4DC386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F180325-CFF9-EAA9-C4C0-7F36E439E266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F63FB9F-7752-1257-EE3E-F43C70AEFA5C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61DB64E-01B5-C5AB-B58B-9C8F64ABA821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B5FC46D5-67DA-5E50-29D3-C4C05D95CD89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4C48D298-1AFD-4B56-F982-7FFBD07B9C4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782A48DC-4EFF-77DE-798F-94E31524459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48FFEB2-C815-5CF3-E988-CC902543F58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0EB0AE8-9589-D0C6-43E3-4789FBBE952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FCF0521-B477-CBFF-41AD-459C77018195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729087F-4C50-72C7-9F5A-CB4B1DB65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A7DD7E4-C5C5-2469-23C7-2C43B8CB8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E78B2D1-5DAB-F975-B75D-B577ECF3DA09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DB300E5-0E9B-8E1B-D522-0EDCCC51B6A5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BD13AD-FC8E-65B6-ADB6-7A253CB1444B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839CD1F-358A-FA4C-1D34-DA493E513591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7611979-9B94-3CEA-6D80-81911561DE6F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32C8963-106D-F8A1-C70E-1639A51A72A6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96712C9-C4B9-122E-2CD2-2A5047BEE986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E7E7B73-D869-6C62-E768-441ED51F1F4F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53963C5A-6F0B-C7B9-864E-EAA83B196B77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DD08A769-DF3C-482A-96E5-AE2540961558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FB8F4666-B135-0B55-016C-257765CB7C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FF9B4339-8463-A226-0E85-5357262DF782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3C5828B6-384D-3AD2-A9C2-CCE96F38E5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D250DE82-D675-E1D4-7193-5AEA702C5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30B0A8D-D898-D569-3CE4-6C5C8AD9EE3A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4CBFC5A-9AAC-E9FC-24F7-015DA0B7E47E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15328F4A-D620-3CA2-C122-C8C043CA0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03107D7-B71A-3C8C-E875-52C6205BDB6C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DF69BF39-5FC7-8F66-1813-22F2B5ABB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E2ADB9D-4B23-A2EA-B192-A4DC06890A7A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64883B39-2A95-4E6E-5DD6-B14F4EFDF89E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C0F5FD91-2F58-7200-ECB2-94EC1BA3CE0B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C2D302A-9EBC-5C74-462B-AED8EEB237CB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FAE46F9-E1D0-6BD2-664C-4B272EDDEB52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BB6B1A56-AED6-30FF-1F95-3451521C417A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F693831C-DA9C-757B-D5C1-77EAA31EBB0C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DB2A7074-DF60-F114-A8E5-1CB3EE616E2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12E4454A-5FC4-DD1A-6DDE-C5EE3C97F240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CA6DC7A0-5374-7C52-094B-83F335C44B77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539D401-BAA3-FEFC-332D-EA98498D549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E6AB59F1-8493-D526-D72B-90A96D4E6F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E4CF8DA3-C4FE-BF09-1474-CC273DB46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C6721749-6B3E-F716-E70F-04DF5DB2907C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24DAFA6-D7C9-B294-8C01-B7FB5ACC5AEB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7BCA974B-06F2-6B61-50CA-5B733353B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D843E083-1B2E-949D-CD88-23F9F10F3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A83A0FAE-91FB-A9AC-12EF-F0AAFBA2B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8E5A8D56-BC45-AC88-7731-391B119E1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FFC811D7-5A52-C0F8-1882-6ACE61C5429B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CDCE455B-236B-F9CE-260B-0651415AD961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D2AFF7D-F761-90DF-6F85-65B889B61D98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FC2005C9-4D06-12F8-7B6E-C24A321BB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C71C2C8-03B3-6078-1053-A26EAFDBD832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9C6A482E-6AD5-8408-6CFB-F68CA5E51FF4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FE186089-F7DD-E0C4-F741-7B737D4B1FB0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1E37B4D8-958F-4015-E1F4-46959C1ACD10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3D8512C4-81F3-6BBA-E1F8-9E4D2182C637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599EF7FE-1B5D-9C55-4596-396F29ADABF7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0AB9ECEB-8B82-1E2E-CCC2-4FF98B1524F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8979E8-C69C-4D48-C93D-ED7D4B9A9443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6EFFA5-EBE5-F009-38A0-14ED759F31F3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974DC2-E69E-0457-8D07-66728CCFD62B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2C5280-4EC2-5140-3739-C7E0818F8C98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D84E10-1A63-2425-308F-CC7EBDD57344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1C1372A5-2313-7576-F455-7C618068B61D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3B9E3837-5717-8D24-F90E-FF50E8CFB2BD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9070A53-DCDF-3CD7-25FA-D4F0E36E99F8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4783821E-A270-DC06-5EC7-FC59153F39C1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C2F9DE57-AC45-9522-F1AC-DAA42AB0D307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3F55766F-D155-4636-E202-2766B4F0D5B6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F1CE47E4-A0A3-335B-261E-EA547F04A7EB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C30834-E8B9-74BA-8472-8CA9B740CD34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907974-F6D9-55B9-459D-C60E910791EA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B39A2E-BC44-CE39-F242-FA385B059E22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FB10E4-7839-0CF7-229E-B4AC9A7FD5FE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A99232-E185-DAFE-6972-777282D124C7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D49F2B-8956-2BEC-D2FE-4910DE85C07F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1498412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C712-DB58-5D17-9A25-D36D7261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1604AFC3-B423-3C7C-1DE4-37A1F570AF8F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56CDF2C5-1B13-8BBF-6FB7-56C064CBB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18EA486B-0A15-63B3-7605-6A7980AF1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E985FB4-5CAA-A2F0-1D05-B50275C0A336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8861647-70DA-CF16-6F71-2B3D5CA30DCD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0B1C51E2-74D0-A3A2-CCAB-27001D08C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37BB2B78-03DE-24F1-D35E-57227FAC2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439ABBA-E0BA-8EE9-F639-CFAE5C9F677B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04924C-E307-6247-5121-B98D08C387CD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6B5BFA41-5283-1BED-92D9-132DEE294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8494C7B0-403A-23F8-37FB-C21766FC5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F9C6A7B-FDC3-541B-560B-04446AF0BC74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C9AFA22-DB66-7884-A503-1E72CD34AE32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52352C5-8A34-1F60-9297-85544C11B9B5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631535B1-F384-7EEC-A83C-6FB41A4242CB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B82B4B24-8CBA-3538-6863-7962DEA5A00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8C4347C1-B993-5F5D-1F3D-B4A2B142DEF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1581694-1D3C-DBCA-81C6-DBAE6F4B77C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2FD9259-3456-E9CA-9296-6C7E16E77E5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4D8EEAF-D8A4-59DB-8BFC-2C5DA683E65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510AA19-1855-8AD3-A96C-5DA21F70D4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030D5B7-99BD-C6B3-411B-FD61E140E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92D2621-A55A-93B4-CCF8-6E0FBCD420E1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50519BB-8C24-759A-6353-6A276FD7D162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A50938-61E2-D1E5-7ACE-3BBF9E341C64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DE3BC1A7-CD9C-1664-83DD-46CAC94E8BD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90E7075-06FA-3341-DCDD-F0A1C340F8A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AD230FA-58A2-B95D-66C9-ED6920E1AEE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F5D1F22-8FE0-DA6C-6849-2C502D07D79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5F72023-8133-3DF0-43DD-CA7CC290BB43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2D815CE-E0D7-245E-6B4A-CE7F5EA7190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28BB72F-2FD6-62BA-B23C-CA77CF44A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4E3FAF-8155-976C-970B-753BDA54DD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760DCA0-F1AA-FD14-CF21-7B5BB9F915A5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69AE895-1831-1D91-FD21-D65C84BD3FFD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37DA8D1-F092-3FB4-A7BC-F57D0750E445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9A2C1DB4-35ED-1E6D-36BE-905247F6CBA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513D256-F066-8314-1AF5-55CA985B009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3963EA05-A94B-EB7A-9A17-8ED6257BA929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FF0EC37-68B6-B722-0621-7BE7BEC5A3DC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7239BFF-AAC7-2BD7-677E-021278DC0A6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F541A22-4B59-A8ED-E02C-938B7A25DA11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6FC3A81-8DA7-54C8-EF20-25E90E2856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400D7F3-BD55-CB9A-54A2-366B71CC26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0C6EEEE-3375-C0D4-5E15-9A136C276916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4F3ABCE-E2AC-DFE3-C81C-0EE3906B0491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4C1CA19-4A0C-AD51-3786-CB2DF9245F33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6FEBC43A-9520-510F-4982-F6BB2677B712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009D997B-B718-AD71-40F6-7B8CAEDBB629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7AB0387E-BB3A-915D-1D83-4C7EABEAF443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CC3264-AC0F-AD58-5972-037E3D47FC9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84B9DE6-4C62-7333-5526-5F1C858DAD5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0E78D83-DF8A-66A9-610E-E12044A50710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9C5C449-5F50-8218-9759-AD4B094E8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3EBCD28-27B6-0A2E-0FE9-72EE184190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DFEF44D-C575-6251-D3C1-8EFC1C705552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36AC9C7-9C5F-AD78-5483-27BC856BA788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047979-D7A8-0475-2691-F92FE30591BD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9BA3381C-9ED0-795D-52AE-962519AE4DC5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92F293CA-17ED-3FA9-993E-84B7F2E8760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C4C63EE-800A-25BA-DBF2-BFE98A1B7A22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38D220A-F21B-426F-DB07-351B9D882B1D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1E4EFF7-6BFC-DF62-AB0F-AAF1D209F4A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B9303CD-D4DC-110B-299B-ED3A80484CC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4B7AA3C-5DE5-BF82-6050-AF4F2F3D6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6932519-FBB4-590D-7E75-9857E099D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CBCB61C-2A63-572E-7AFB-E809C4B5C999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A5BE539-EE2D-FF50-5C5A-BAED8B841B68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EBD13C2-2338-7C43-83C1-F9059E2AE4A3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C56957D-9FD3-4540-3CF5-2E1C2545FC50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F2BDF66-7CAD-6AF7-7DBE-F23AC40BE816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2722E7D-B3A4-D273-AF62-876E7E89BD00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8D73C8E-8769-BDBD-810D-DBAF358434CA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4B59F5C-CE49-DC6E-CC4D-7F50C4276AC6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1EAFC5B5-297F-7D11-28F4-EBDB1D627DE9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05530CE-C008-07A7-E772-0F2ADA393A70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794BECD4-6101-0299-EC90-FA2658D277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71E1C69-A74A-39A6-0524-D985C1F28F61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10DA2842-824D-D647-7012-B89A07845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8DA1A0B7-FA57-5FD1-968E-42B399D32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4CF8120-5C9F-7C4A-7635-A510FE81F755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653BF35-C2CF-E8CA-9986-33153E2F38A6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604BCA77-2286-63CA-809E-B005BB87C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9D7B0FE-EBB9-E59A-0E14-148E9863CA32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AA57E9F8-DD69-205D-71C8-72EA4A358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C83C4C4-4B6D-E03F-D488-3AF42A94B2F9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90DDD8BC-0AF2-599D-6DF1-06C7B46DC06B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62C15630-C4CE-AB82-CD2B-A68EE863C392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6FE93FD-F8DB-04F7-CEC8-9E617854685B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17BBFBD-FBD8-E4D7-3525-BE06A73FDAF6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2C8BF252-8048-7D12-BDE7-33E78CCBCED9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C05AE5DC-E94D-87A6-03B4-FFED6B7E4C3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EFA2B5EE-AE45-FB30-7E6E-F6934AD3730B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C03ABAA0-49C8-9415-26D2-CFDF6237111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C0D26879-8A3C-A616-CB2B-858CA0FA569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7F064D23-5C97-E211-5383-66516304CC62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054EF914-797D-EDFD-C4AF-7934C9CA78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A6A06D1B-FB13-7E74-C562-8953C221AE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C0D771F-B3BD-ACA6-6E4E-BEE2EF53B059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167F5DE-AE60-08ED-506B-6D8AD3632B90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26E233FD-1CAD-41D4-D7E7-3DC96AEED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E089789E-2AAD-FA00-532F-09D8BB234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1B085FF9-B14D-1D44-EA75-DBC8437B1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DA6BAC6E-28BE-5409-74EE-7441417BB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4115703-D6F0-9304-A1C8-F51C32E5D4EB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E73FBAB1-8C63-0C71-EB82-3DF666E56DD4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9375AF3-D280-38E6-FA04-563B648818E0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D1B23F67-AF97-ABDA-73D1-7423AC54C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5A4F6D4-9D2B-7CB7-A01C-11940F6FAF40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97994FC8-999F-27A3-157D-82E1E4DDDBC0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6FB2074B-5917-3E00-BDCF-E76CAB9DF5F5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99D0714F-353E-E16D-06C6-96959C402DB1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376CBCEE-2C85-FF96-6C41-EF046E992C0D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5463237D-9900-0611-61EB-D3A9AB42116E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DA47E73C-3E61-B85A-CC33-E5D954E2042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278DBB-84C5-FD02-6435-0FB2F3E33CBF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390A08-B956-32AE-5468-482D7328BA05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1DC4CA-A4D9-772A-D67D-164FD4CFEF21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D3DB4A-CCBF-604C-4E2F-CE512014C495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C2A0EA-34A3-BEF7-A1A3-A5795A1A4B04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31813F4B-7C5D-6F72-26C2-18C2C6162C4C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62A8C1ED-C857-9CFB-2A8E-5D0C78BAA4CF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FA2ED3B-2CD5-9769-C420-F70FDA51FDE7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89A8C538-6B75-E8C1-8916-776D1AF8887C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6889FD62-2344-45F4-ED5E-79936A64F795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D7DB69D6-4180-4115-0FD5-7D6B64B20C95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55592F9F-A521-C75A-9F50-C4444697B830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306768-4C42-A394-EACF-390ADFC3E586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85DC1F-BEC3-BD1F-2C09-9ACDDB4E7E2F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97DCE3-B1C3-6AF6-CC0C-1C56EBD4CF07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8A6853-9B0A-598D-C1E1-B57446D97B76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905EA6-0D62-E99B-F4EC-80F89E09E5E8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97A952-C6BD-BDB9-5257-DFDBFEC15AE5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2946189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7D55-373B-59B1-8C19-F840F208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20165D37-77A4-3801-EC6A-96EC357A12E9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F5318E2F-E9C2-C00A-CBF9-B75CE28F9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589B7FA7-1F11-4783-B822-677876EE3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F9B16A0-204C-87ED-3828-909E871CC3E3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4AA7378-F969-D48E-BAA3-4D21B9A86CE2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41266B5F-9C40-FA4C-8204-9B94444A9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B80AC538-C6E0-65C0-F733-EBA6D40AF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125DBB4-A661-4C7C-0FF7-36AE7BA01C60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B66FBD6-E24E-247F-46F9-C9C96A6AE214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C2A99738-2152-D22F-971B-3536B498E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70C8A261-03BD-C57B-113E-F3D607295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9B4DE1D-72CB-064A-DE4D-3886E88F015E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CD428F5-7256-9FE4-2231-52E751A882FC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5BC7F25-224E-5FA0-641E-662322F784B0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09A470F1-61E4-CBC3-F695-E85662497365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3EF214D7-5340-3571-B239-002741DF63FE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81944C30-DDA1-3B74-7AE0-0C988ECB083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03CB633-90FA-0444-D742-A73BF7DBEDA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084DBBF-174C-A150-9552-F806E152875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A263EB6-85FA-6924-9508-E131A5C10FB4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8419899-F891-A6E8-0223-A0ED8026D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DDFF7DE-D6EB-785B-C815-0D77F641C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693C9B4-2DD7-B54E-B61E-61A0EDFE1BBE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66F1807-5119-C431-A854-7D5AFB1C92D4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AFC0D93-A3D7-F0E2-C847-E2FF933ED310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FD6AA940-7C59-9697-F2F4-B102272FB8C1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0E65D528-35DE-19A2-588C-57311F2D331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936E7CA-B4A6-BC7C-9CE8-57BD9AEBFFD4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5056175-C8A9-BF9D-5F3D-9704D2055304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434725D-077F-8BF3-41DE-A42F622F8606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A6CC9E2-16BD-9BD6-C6DF-5F9689E94FA8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5413868-A664-4D1B-5010-4844F0379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8A916B7-BD1C-E499-44AD-4592CA2076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C151BA2-8C66-9632-379A-5039E142DE26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77C72DC-2805-1FC5-CF61-0A1DE74D9A08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AB8D027-C63C-5305-16AF-885BA45203FD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ED1E2535-C53B-F7B1-DCC0-D59576B041A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6DEDB5CE-DAEE-0850-EFB3-D5C8877B94F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B94C9B3F-D810-C519-8878-2ED24CC8DEFA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9508861-68F6-A3E4-AF6F-350ACC72CD5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6F592AA-B338-9C56-9030-D65773B1BD6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F97663B-FCCC-C897-C155-E1658E6EE0A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8CDA051-B9C6-D9F8-9A14-BE6D0FE05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5653851-59D7-918E-DDE1-F969B4AC6E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CDFB9B4-3072-F80F-25AE-676711F5A3CC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CDCD038-6B77-D607-00D7-DF2655AC2033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3873DBE-58EB-81F0-B6A4-C09382518F72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863171DB-4D83-8FD0-F2D5-D1FF3786F8D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B79AE266-1D86-D93D-6541-80BB0E4BDA2F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299CFFD7-9BE4-2AFE-8FF9-A300862E0C5A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D7E0743-E40D-8443-BEFA-12B623EC4F36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ABE858C-0332-7158-1D98-9782E76B8FD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016003B7-56D3-3B05-A331-C006C197DF2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6F070A3-4951-D206-42DA-F26EFB0BAD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233CD79-C47E-A1A3-C986-F32A04C456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81E98C5-723F-FDF0-E77E-214B4475C0FF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7491872-0AA2-FCF2-6BB7-791FA2B7DFA2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FAD4A42-DF4F-A4B0-495B-9C76C22CB611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3C8F5049-8DD8-9210-C8BE-0A5CFB980F2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B3CCBAA6-2A62-564F-1A02-FF41482D9CA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A2AE1CA-9D5D-DFF1-96A5-7643D93F2A7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273CC7D-CDCF-AB3E-5C9B-567985590A1F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082A194-070A-1ADD-F8B4-EC42DC02D30D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5CFB0F1-A430-4012-E684-7D78300EDF8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B34DE37-DB47-ABC9-6D5C-9A769F758E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AEDC25B-638F-81F3-CC34-A5E0D9F6A4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476712A-18D4-53CB-4529-E0FC1D82B69A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3AEA67A-A3C3-DFEB-4C67-E0085E7119C4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534DF34-EE94-9AF4-362E-228D3EA09BB2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0DB65C-211A-FCA8-3D62-4DCF3EB70B0F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7338D17-B84E-9DEF-3BC3-D4C1048BB5F0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E76E801-C1BB-A91E-FB66-DC66BDB31079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5E0D55C-2E4C-13F8-F682-492C7A82198A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85FC420-1AD5-1A01-4797-CAA59688FA7E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C8FE77ED-C715-58DE-BACB-F75C7E8AD47D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48B05F55-E927-72E6-7E9A-DDD34EFB0927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87DA55EE-8C7D-A2C4-BA89-0BEE0A69B7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FB934FF-B93E-EA79-B8F0-E534C0E676D8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53D7A676-C851-0949-37B2-8D5D8BB79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25616991-D67E-751B-A292-79338CD57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111A9EC-2694-0465-AC83-AE2599A7D539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497F7-7AFB-C646-0FC9-9F2E5E0C7401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27C8A518-F92F-01B6-230A-1FEC437C3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6B1CADC-B76D-8D3A-C877-F3ACB06FBC6A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671ACE2F-6D87-7715-51F2-3E1010A2F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AE71605-E076-4EF5-2755-CE8BFEEF76CF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4D1EAAF4-52CA-E795-1869-6D93DC2E06AA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CCB41790-A45C-6CAC-C834-D313EF17A357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46092D0-9056-C165-5C93-FCEC3E21622E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1D7F5C4-B791-D4BF-C6CE-AED6F12D3F00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6581F4FD-BF94-F90B-B557-FBC23BD8CB6B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73576B6E-D1D6-8B2C-BD56-950F89CDFC08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F18F7A26-4525-8F26-B78F-17514BF9DC34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E98F276C-B12E-3EAC-E92F-7E92B7A2D321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45148B1C-C2DB-F7F6-6027-CC6BF7398D1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2024DB09-E3CA-492E-A76A-BEE09FA6E1D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C2BED082-91AE-22DE-8304-87C202D14C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152E6555-C6D5-02AC-84AC-E059552AE3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A019359-531A-C3EA-7B93-27596536BD05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1B965C8-2E34-691B-9AA4-F381169F4FAE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F9405328-A72A-1999-F055-D653B1407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7C67F6F9-32DD-DD9F-06C2-0B6AF3B17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728D0475-70D8-52B2-D2C2-2F4299F55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7D34E033-9531-703B-977D-3D8AE75FD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5A50563-EAAD-1AEC-A200-0006B9431E6A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1E80FA5-2F61-2BED-0D9C-957BB547BED3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273B811-BB38-F199-4D9F-25AD45DAC833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9624E94E-54BE-7512-3AD0-93CD17FC7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6AEEA50-75EF-7FCC-E552-5DEBE41DCEC0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D875E884-0566-CC14-A0E7-7BD12B6C7359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4CD88ECD-B45D-80F7-63AB-69FF731BBAD6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410C49B2-D3C4-FF29-C1CA-C45D792E2C40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3B7AE1BD-3831-5071-2FE0-F0B6313F0A81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95C77697-19C7-15B8-2B23-E47C72C45EDE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2FB79DCB-799C-EA14-0225-D6DF068387E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5C82DB-5DFA-4FD6-54BD-798EDFE861DB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4ED0BB-6D93-DEE5-EB5C-4757240B9F7B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F82338-FEA6-361D-90ED-FB9A94DD5B63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868E4B-12F7-4D41-65E3-0838E64DDBF8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D31FC4E-C910-4A48-5D82-3CCFBF2406BC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E7916505-58DD-08DF-AF16-93B8D521EC2D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78CDA799-3C1D-BE3A-D026-85BE56703131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7D37A31-EC5F-E4FB-6786-054862E0CAD5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D33A4A3B-DC6C-40F9-72E1-8F1F6783B612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BD33ADE9-2952-754E-5A8B-06E1E4F8FCC5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151E1823-B28A-EFC4-2A48-5DEC27489E78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1F0A3E66-7CB3-11E9-0BC6-AA6FE1E20886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7C375C-12CC-D683-33EB-996F24B17E2E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626BE5-F6AF-EBF3-D07C-4182F196CE15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4CEA32-9073-412A-808B-B11D9D6F3338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C83C07-9702-FB7B-F61C-5D39C2F46649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807AE1-857D-DCAB-BB6D-BCC17FCCAED6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D42078-1C01-14EE-7B06-2CA320DD77F3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329674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3DBF-FD1E-8D3E-B5A9-DBD37E34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A004A3CE-1175-963C-7DEA-EE85333D0013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0132A5F3-3096-1AD1-5A39-58497BC13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E000C997-2D59-85BC-6051-B080F3F12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4B83E8C-DBB4-1649-B3CF-713F0DD5761C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8CC804C-17FE-BB12-EF93-12BDC192254E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2D8CA38C-043F-4D18-E91B-B31B8FF03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5C27D093-8F8B-F817-3D5A-F244AE21D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1D6B19A-8E01-E621-D3E3-ADF5CFA0C2DC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3DA7EA0-FB8D-EF33-803E-D2B21A4B9BCA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63B69E03-447B-CE64-1D1C-9A1177812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D8F09ABD-5172-847C-F123-CE0C0BF6E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BF9CD2C-EBF6-FA0B-60EC-34B30FA79258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7635BA8-228A-E163-726C-E21C13416A0F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4E3F9E2-0637-1A86-8466-75D01E9800F4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ED3FA67B-34C7-A26C-A11F-FEC1EF5B4796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84773761-9A49-A776-9E77-B3B09BA695BB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FF47818B-8561-7BEC-D07C-B053F07B70D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CEF2A28D-658E-40A5-D397-8C5347B405B8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8E4A48B-0459-1A77-BE9F-F2B5D67FF9F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F0EB2D0-17BF-6FEA-2E8F-C8C5EAA923E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071680B-BF04-B4BC-BC39-58661E6ED9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B5D5B26-23D3-F07F-AAEC-E44D0C9706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29BCEE9-EDDF-07C4-D37E-6C85AC672C57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C223D56-1D5D-0314-32D2-6950D5BE093A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14B3396-775E-9E6E-06F8-FA1F57C21D4F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48C2BC1A-7A0F-C57F-BB67-CF3301B98B4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657F11C6-DD3D-356B-89AD-FB6342B5A066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92561B2-5F9B-F011-80AC-D249AC7E3C15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B7381C1-5E66-536D-9A83-1CF49C5FF7B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1F2B2D4-54DD-E126-2547-337011EB2029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CB782CB-6CC6-C15B-9241-DA2DF98A72B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6789E8A-208C-0F4C-BF50-6D7170825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CE16C95-AABF-932F-EB59-239BEDC6D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ACEA495-A901-34A1-2C9E-2E5DFABCAD45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C4C56C3-EDEF-339C-D71C-45B327CB1667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E64634-89A6-A456-7343-ECAA0888585D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77F73ECC-9F69-3420-A6A8-E5B91DE2C7E0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F7D4D63B-9185-C01A-EC61-8A8872AA3D0D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EBFC0CFA-79D1-CE42-5486-3ED7ECF92406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3F1E31-C126-C177-0CC7-E527ACC08BED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7C728F-0874-E4BB-E915-DA9DDB29C6F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61B26CA-190B-7FF2-5F88-8244E2D2F009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B2F197F-6070-89EF-C0EA-8866034D80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BD764FD-871F-9204-EBC0-34EC7578BE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ECEA128-6161-4FDC-14A8-9EF620C5E4F6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1386853-21B6-A375-6612-E55296B35AB4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20968C5-EE42-5C89-5F20-D36AF44EE210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26C0BCC5-5556-D270-1824-23EE152E5AEA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43FB4CFE-7351-ADFB-0949-300D9E96E0A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8A8D4447-9F6E-7FEF-B592-0949C9862FE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EA5FB5E-145C-2B38-232B-B25E5CEC8BF2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835FCA0-3A75-3974-9372-6C76F5F75293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1D7BFFD-2BC1-88EF-718A-57059CCB0B70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E10A471-9646-0D2B-A1E2-7A642ED718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301D732-D53B-E7E1-3743-837384D49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9C9FF29-E823-A6B0-938E-7922A905C0C9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7114753-9AA6-71FF-47B0-9166C41CB0F3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FBA36FF-0B9D-8C14-3D89-5CE80233D480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B1C53418-9FD6-FCED-5279-2E76A9A770A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67A03447-FDFA-C4BC-AD85-E7BDB74B800D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E9B8D318-6F5A-E322-32B5-124EAEECB069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DC8F6F5-B503-CFA6-FC7C-57277E7AC44C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75B2063-344C-8ADF-6FFC-2A0C90AAF786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606A403-A898-5B48-FBA3-46C7291B6D85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A51D43C-E6AB-EFFA-6A1D-2A57DADDA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A6B1BF8-8768-DCB6-4D2C-5788057D90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D003F47-E4E7-0749-9EE3-1C223DA4C98B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80B2EE3-F61A-72FA-2631-C64820A95705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AB00AA5-5F2E-0810-5A7E-F099290A3727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97D7502-B06E-03D8-2796-656BB624985C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42C510-17F1-B5B5-D373-0F55A47C66D9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22755E6-71EF-AC3F-8872-0EBFE8C3E023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EAA0539-0E47-D634-8F17-826828FE4CC4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D46DF91-F3BB-3011-EA50-ACA0F394ACE8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1BF227C6-2863-08D5-512A-D6CF8FC7EB60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AAE8C4CB-6B5B-3A79-92F5-1BD6103D562D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624DA66D-CE2A-1C0F-C0EA-9F01E7F99A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0AB31A7C-B4E3-AD9B-6487-88D4C809D11C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6E72047A-0F9D-3BD6-2EC5-7B3A41D4E0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D70E0255-5374-1656-EA99-A31327AAA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861262-F6D3-11D2-7718-027B45CA3958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B79F736-0A0F-D193-77DC-3A13B52978F4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ACD63183-6C48-9970-0612-FE81F9904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5CC1926-1ACD-DCC7-D124-78BE433A39A2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B4B61120-3ACA-5711-D09A-EDF10FF5A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DF2E81F4-AF89-F540-DA73-42698D90C5FF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9CA2DD69-5B74-D7C5-A32A-1DB716CD9B79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1A59C7D1-6792-DF03-1811-2BBA31157B93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290BE47-8241-DEE5-0F9E-318AAD01D6CD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117E828-9E87-3BE0-51CC-7121719C6909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6516CE0C-8824-823E-B05A-A39D86930CC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18E370D7-BD6F-FA0F-03FD-1B7AF564243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737C1BBF-2042-0924-D604-9D84AF75AB2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B3A35406-D33D-4BEA-8285-1714465CE9D1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3B28D02C-622B-3BDE-106D-221529DE06B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9BD9D89C-4CF2-0F70-F665-1EBA5CB517F5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28CA7962-7011-1CC9-A688-01D479BE9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5E0F8C49-7DFA-9363-D14D-356AE52CF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AAB3FCE-27F5-8006-573B-FA0390847A33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EBBAA1B-9144-B96F-3DB3-87A2BC3795D1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7B2C7484-2657-CEB8-304F-58D7F78EE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DE2C2FB2-EC21-CFAF-94E7-A1546007D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A453F17E-92EE-242D-CEA9-3E0130325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BD78EA3A-0247-0868-DFC0-210B30CF2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CC175C2C-7C0E-9958-63A1-0C6D4EE7EC9E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9403D80-8E44-C843-F90C-2E21C75AEC84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A58C7EA-5F3D-68D1-9CD7-7CE4B0303C3E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C38F9B96-FEEC-3E24-B0FE-435D435AE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B0D4081E-5C96-A438-48C1-5DDA1182A4EC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E2DAFFC3-AF6A-C8DE-40D6-880F26CCE98F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D5BFC8A0-0C23-A2E1-FEFA-EF688F9D2E3B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B76951B8-6BD7-C6BB-07CA-55E28D153D9A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37959C03-1E76-F27A-9FA2-75E785F0300B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919837DA-1A60-6B1F-B3AF-F5B14C7320BF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44AB438F-1E95-7F4A-731F-6A69F8E66D8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F32893-1717-77ED-1902-5CB84F8FC4EF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85CF61-14E5-606C-D3C0-D6B5FA84C1B7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5CF110-425A-2635-1047-ECEC1271B6BD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42BB977-4308-8C57-3FCA-214D8B08F9A1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C85D52-682C-C660-D02E-A1A22FE9C717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32DB3A6F-410E-85BC-F40E-666EB1A63946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00BF92F3-EF0A-C3EC-33A6-C7AE8EAF8193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C6E6A22-2A7B-9C30-0B24-E96E083E1AA8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7506657B-D4E0-D3E7-74BA-17F024218757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10FCEF33-C070-ED27-FB04-E889EBA03FE0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2099483A-34E1-BC77-F54C-DDDD721259AE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81C35FEE-8CB5-8464-B491-8A1434C8F97D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B5044B-4B70-EBBF-8387-4017C49DE864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ECFC7-DD0D-AF20-566C-6EE3284E2886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67EFB6-F3C4-EC2D-B539-7FB22824BEF3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BD8C1A-F287-4FCB-D646-D95FECEE10FE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2E4414-C427-3541-35C1-0324940ABB4F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AA1C64-B354-040C-CC99-4EA0D5C6C5BA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371306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D8C6-B261-C06C-E374-C9F56553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81DA380A-0C6D-1ADF-0692-DCE34412AEBE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2E143EA1-C737-71B9-ABEF-7388F062B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E2538F7F-A398-407B-4F16-255F6DBCD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2CE58BD-E56C-F21A-5B52-D19F68E1584E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2E57151-794A-C346-12E4-C698A1FF044F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B0E87C5B-D1A4-836D-8184-5E10B1CF3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486B4AD9-D56B-EB70-BA40-9C21590DF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E2BD640-91FE-5C8A-C7F3-21A35595DB00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E954886-7113-94AF-D8CD-26CC5A68E53F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940E0C0A-AD0A-0AC4-046D-B70043BDF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180674CA-F4AD-87C7-24A8-7E9F84A79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FC8F7FB-8C31-5280-7DAF-837488143F19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E802C9C-77B0-32B7-76D2-6F13AB876C5A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7C1B77F-8A28-FDBF-D4A1-067CCDF4ECA2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2BB27BBD-EE6C-6723-337C-B33CDCF3F54D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6DE82460-B5F1-521C-3D17-0760578F6D47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896F6849-B044-A5E6-F81F-AC4BF99CEBE9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6D51FB1-701B-DB36-FFE3-1DB19D6E8C87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C18A3F8-E97E-16B5-C6C9-1D4E8B51E4F0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2DEA165-BFFC-447F-404E-E2935ACEB6D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A1C0477-2609-32CC-B5D6-C545717593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AB36826-B9BC-1126-E3DB-AE3A33AA7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3D091EE-7C35-96DD-1CB3-84AFE481D8F2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A6DB017-027C-2732-9DBA-67FA88941F24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4ACD736-90DE-BAD7-9309-C88CBCED7A1A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1FCE1508-4E42-FC76-10F9-DA56E562716A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0ABBE19-06CB-094A-D24F-49643FE3240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EBC64CA-9427-C929-0578-A38766854EE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D2F7286-26D9-DAB3-19D6-60D70E90F66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FB40C50-5ED9-8004-DA7D-F620DC331BD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7CF3AD3-38DF-5860-4393-4F495BF4171C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2BC64DF-489C-FDCC-3CE3-7E9494256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307DEDC-2F66-1E59-540B-38C453555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D384518-6CBF-E4DF-DE13-E63134E32BF8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6BE371C-382F-7A0C-A577-877371BBC815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32EB275-CAB2-3673-F827-9EECDC32C86A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366AE6D3-9CC2-CEE5-A87F-CC5DFEEBBCC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DEAEBAE-B1F0-87C4-56E4-11837E50BCC9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9E644E38-4C0A-81EA-2D71-00DCBC2FEE8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AA82EE2-342D-B079-4F67-E26D5131D8DC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07BBE5B-42F5-4850-D009-FBF707C93FA4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007A6D5-627F-2150-57EF-1E3A72CA24E1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407BC63-5C00-C79F-E514-BE8A7BF72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6F59B4C-1E25-5EE3-3E39-8B8742DA5E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1DA8BF4-92A8-D911-4188-5386F0E10C89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26DAC72-6DDF-CEC7-929F-80736438678B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6363608-E264-43D1-4FFC-6FB559C32AA5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4A5B83D5-0FB9-39B3-FD6C-D92943683788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2EDD9C08-C417-4092-8065-DE1C6DD162F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DB9ED584-A80C-9F5C-E5F8-59048A604717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42D20A5-5B4A-151A-9706-52888FB39FBB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347BA6D-6934-B60B-AA60-3A3C75E9B7FA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83D7841-2F74-146B-0E55-3F55A17B0C2A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E2CDEFB-2FD3-5B23-E341-D981E8845F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9F1BD65-7186-8BF5-FAE3-7E8F27D2F6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2985A25-F98E-CF59-F1D9-744DDFDCBAC0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F675709-62C3-6225-B8E6-A2D8E05A7CDA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CAA0527-D398-7CA6-202C-CB898A85671D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BB14411C-5C50-8426-8FED-59B0C7B048AA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4DD941E4-55A0-D4B7-21D3-258445FB331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715771A7-31C8-9702-0FF6-A8ED42A72631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8C1E0FF-C631-812E-F151-86B2C3661B6B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6826659-5A81-CBDD-0625-C93F5953681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02AAEED-8BEF-9187-262A-2C13764FF338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433F7DF-CEDE-61F4-9199-7A737EDAB6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D52F5B3-2B26-00C5-2DDF-2A5D7B133B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DE3B55B-C304-F13A-FDC1-9A2DE5E06E4D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1BACCE3-00B4-B8DD-4FB2-E86688FB237F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1F47F5C-CB1C-A6B2-2948-298B40F3FDDB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994DB5-CE6C-21B9-A02E-C45BFE2835F1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C1617C-6005-EF75-B888-02B1F23A6845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940044A-3116-C34B-9E99-407269CF3BA8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F1CF701-F217-DD20-BE38-CE222E5AE546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A148340-9E29-7F17-155C-9BC3DB93D65D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88247F85-0DDE-4EAD-05B3-A39008516B9E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EB52609-1BE0-ED8E-31F7-CDD863D3CDA4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ACFC0200-D458-19B2-6AC3-9C111C921C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FE29C29-E465-41DF-4794-E1D62944C7E4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37C632D8-7C1F-6DB1-C0EB-B75A2F547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F70D3352-D2A2-EA61-E5EE-B7E333490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3C0E7AF-31F3-294B-A4D9-F685814E81CB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6B0199B-CA5F-641E-D66D-7B7C2B6B90F2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4A85DE86-12F6-A2ED-BA5E-AA7607543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71AF76A-79C9-DCC8-5CEA-393C891D2CBA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7FE6C7FD-9113-0E0C-A851-AA05227C6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4B3E650-FE61-135D-61CF-D335346067C4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392E3033-BFCA-D6C8-772F-3284FDB56FCC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EB3D855E-A274-2A32-3B3C-44ECB0CF5E84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6B11D4A-9DD1-0860-746C-B6C0D9B01080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01FE061-CDA2-968A-5797-095E5C87AFAA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4FAF155D-96B7-0F93-F4A9-082E4E38E2FE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A81E47CA-B027-F5FA-06B5-74BC87B6455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F9131339-35C8-2C7C-AB54-63E85B4A67E9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F9375859-D41B-F42D-4ECF-A35C6A777A15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4EEABA54-E46A-5141-378A-930C7D90104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75540828-2225-5104-B211-CEF34CBCECE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C5E43CBB-875F-A63B-BDFC-1266CB69B9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9A355566-158D-9A28-DDCA-286C51FC2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CD1DC70D-9388-2DCA-9284-759DDAB2D4F4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DCEB519-87F0-C0A8-F111-053BA31B2D7B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EEDF1891-962E-0729-849C-2C13524A9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1740A007-1AED-A534-134B-6D20B6413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23ABA552-107D-B7D8-579A-7092590B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C20EEA24-ACA1-18C4-09C8-A99165C50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B8D85A9-CFE2-B7DE-4632-6F2EF66278EA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69802A8-8CAC-4D3A-4FE3-17223C5ACB3B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1F3B69F-9A84-6B98-8370-3ADFD8DDAF22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7612740C-0C41-2276-B119-FF5CF5219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6FA273FA-9FAC-E85F-BD0D-A20241C466F7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14A21C8E-0F3E-3B0C-420F-01FFE4721651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6E0524D3-4E21-F95E-EB14-39B18970631B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40AB86B1-CE01-E28A-4087-2736A563B044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E16F9E1B-A1C7-5F52-34D6-BE032CCFC68C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3F8553DB-AED7-9DFE-CA1E-C129BB83C50C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2487282C-267C-36C5-D0E5-7772077BA81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0D41B5E-AFAF-7D01-41EC-F57D0A0D71E9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4BC005-FD56-383F-B35B-3C52F44F5427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5856EB-8CE4-7E8F-EB65-B9BAD2FCFF52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A362FE-AB85-1678-A3D4-0B62EFD44628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6D2F84-EF4E-4E08-908E-8F117B59AF78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71DB0724-BCDD-905F-BB26-44C7E8CBA01C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056DFBEB-47BB-7B82-15D1-0699D22C93DB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55AE7AA-BDE9-FF6D-14AA-DDA14F2BCA0F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97DBBA16-709C-7283-1DFA-7E4A89A66B62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204A0EF2-CAD5-40F1-7F5B-B79099AD6390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1547D91A-6366-E011-4DC4-D0AA19FA3B68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EEF4B53B-5885-3C67-15DA-8E4272B66E1C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99BBD7-19D0-2732-E818-5BEF150B052D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9AF15E-26CF-5565-AA8C-5E81DF437111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F853C4-7908-2868-4753-A9956633C7C0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A3A770-A8F2-1038-52BE-9A87B24AC125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0E2469-3CD0-F002-51F2-FD5DD796A8F7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4EF0AF-5FAB-2999-B9DB-0FF3AD38FDE2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307088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B8FB-4A21-AC0A-2BDD-33F27340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92AEA0D0-6829-7865-C7D3-DD74300B61F6}"/>
              </a:ext>
            </a:extLst>
          </p:cNvPr>
          <p:cNvGrpSpPr/>
          <p:nvPr/>
        </p:nvGrpSpPr>
        <p:grpSpPr>
          <a:xfrm>
            <a:off x="8392677" y="5855506"/>
            <a:ext cx="1046553" cy="1055758"/>
            <a:chOff x="10167285" y="4898346"/>
            <a:chExt cx="1046553" cy="1055758"/>
          </a:xfrm>
        </p:grpSpPr>
        <p:pic>
          <p:nvPicPr>
            <p:cNvPr id="72" name="Graphic 71" descr="Male profile outline">
              <a:extLst>
                <a:ext uri="{FF2B5EF4-FFF2-40B4-BE49-F238E27FC236}">
                  <a16:creationId xmlns:a16="http://schemas.microsoft.com/office/drawing/2014/main" id="{877092C4-40B7-91DB-1B8F-BCDC8C001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97077" y="5236028"/>
              <a:ext cx="716761" cy="718076"/>
            </a:xfrm>
            <a:prstGeom prst="rect">
              <a:avLst/>
            </a:prstGeom>
          </p:spPr>
        </p:pic>
        <p:pic>
          <p:nvPicPr>
            <p:cNvPr id="74" name="Graphic 73" descr="Female Profile outline">
              <a:extLst>
                <a:ext uri="{FF2B5EF4-FFF2-40B4-BE49-F238E27FC236}">
                  <a16:creationId xmlns:a16="http://schemas.microsoft.com/office/drawing/2014/main" id="{55FC1F4C-9BB6-4A74-C340-C28CC2B75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7285" y="5236028"/>
              <a:ext cx="716761" cy="71807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AC3464D-A9B3-69D2-55C7-BD258EC5D169}"/>
                </a:ext>
              </a:extLst>
            </p:cNvPr>
            <p:cNvSpPr txBox="1"/>
            <p:nvPr/>
          </p:nvSpPr>
          <p:spPr>
            <a:xfrm>
              <a:off x="10359686" y="4898346"/>
              <a:ext cx="554363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637DF96-6A0F-E97A-96F4-59853B561910}"/>
              </a:ext>
            </a:extLst>
          </p:cNvPr>
          <p:cNvGrpSpPr/>
          <p:nvPr/>
        </p:nvGrpSpPr>
        <p:grpSpPr>
          <a:xfrm>
            <a:off x="9246829" y="5755861"/>
            <a:ext cx="1031196" cy="1169311"/>
            <a:chOff x="10675163" y="5318421"/>
            <a:chExt cx="1031196" cy="1169311"/>
          </a:xfrm>
        </p:grpSpPr>
        <p:pic>
          <p:nvPicPr>
            <p:cNvPr id="66" name="Graphic 65" descr="Doctor female outline">
              <a:extLst>
                <a:ext uri="{FF2B5EF4-FFF2-40B4-BE49-F238E27FC236}">
                  <a16:creationId xmlns:a16="http://schemas.microsoft.com/office/drawing/2014/main" id="{BE49F6F2-B5F4-97CC-2EF2-4C10D9E9A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75163" y="5747846"/>
              <a:ext cx="716761" cy="718076"/>
            </a:xfrm>
            <a:prstGeom prst="rect">
              <a:avLst/>
            </a:prstGeom>
          </p:spPr>
        </p:pic>
        <p:pic>
          <p:nvPicPr>
            <p:cNvPr id="68" name="Graphic 67" descr="Doctor male outline">
              <a:extLst>
                <a:ext uri="{FF2B5EF4-FFF2-40B4-BE49-F238E27FC236}">
                  <a16:creationId xmlns:a16="http://schemas.microsoft.com/office/drawing/2014/main" id="{9EE02BD3-8890-28D2-58B8-077F91A5A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9598" y="5769656"/>
              <a:ext cx="716761" cy="7180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C469903-E50C-33E4-B73B-5B263C7BEAAB}"/>
                </a:ext>
              </a:extLst>
            </p:cNvPr>
            <p:cNvSpPr txBox="1"/>
            <p:nvPr/>
          </p:nvSpPr>
          <p:spPr>
            <a:xfrm>
              <a:off x="10752247" y="5318421"/>
              <a:ext cx="9186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Medical Doctor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ABF3949-5A48-28F7-02E7-285CB2C8B8DF}"/>
              </a:ext>
            </a:extLst>
          </p:cNvPr>
          <p:cNvGrpSpPr/>
          <p:nvPr/>
        </p:nvGrpSpPr>
        <p:grpSpPr>
          <a:xfrm>
            <a:off x="10127517" y="5874518"/>
            <a:ext cx="1107682" cy="1029632"/>
            <a:chOff x="10675163" y="2175532"/>
            <a:chExt cx="1107682" cy="1029632"/>
          </a:xfrm>
        </p:grpSpPr>
        <p:pic>
          <p:nvPicPr>
            <p:cNvPr id="76" name="Graphic 75" descr="Scientist male outline">
              <a:extLst>
                <a:ext uri="{FF2B5EF4-FFF2-40B4-BE49-F238E27FC236}">
                  <a16:creationId xmlns:a16="http://schemas.microsoft.com/office/drawing/2014/main" id="{C7CEDEB0-2898-F265-C166-AE5A2FBBA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6084" y="2487088"/>
              <a:ext cx="716761" cy="718076"/>
            </a:xfrm>
            <a:prstGeom prst="rect">
              <a:avLst/>
            </a:prstGeom>
          </p:spPr>
        </p:pic>
        <p:pic>
          <p:nvPicPr>
            <p:cNvPr id="78" name="Graphic 77" descr="Scientist female outline">
              <a:extLst>
                <a:ext uri="{FF2B5EF4-FFF2-40B4-BE49-F238E27FC236}">
                  <a16:creationId xmlns:a16="http://schemas.microsoft.com/office/drawing/2014/main" id="{0EFF724B-302A-80DD-540B-61AFAF230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675163" y="2487088"/>
              <a:ext cx="716761" cy="71807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8999466-3BCF-0D21-CA82-C4AE8DA912FD}"/>
                </a:ext>
              </a:extLst>
            </p:cNvPr>
            <p:cNvSpPr txBox="1"/>
            <p:nvPr/>
          </p:nvSpPr>
          <p:spPr>
            <a:xfrm>
              <a:off x="10813961" y="2175532"/>
              <a:ext cx="631268" cy="2552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E0064B2-9C09-DE7F-EC8B-E81F9CFF9787}"/>
              </a:ext>
            </a:extLst>
          </p:cNvPr>
          <p:cNvGrpSpPr/>
          <p:nvPr/>
        </p:nvGrpSpPr>
        <p:grpSpPr>
          <a:xfrm>
            <a:off x="3215549" y="90430"/>
            <a:ext cx="2925857" cy="811402"/>
            <a:chOff x="3635003" y="810869"/>
            <a:chExt cx="2925857" cy="81140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7BAA3B7-3CFD-68FE-034A-14E76A07774D}"/>
                </a:ext>
              </a:extLst>
            </p:cNvPr>
            <p:cNvGrpSpPr/>
            <p:nvPr/>
          </p:nvGrpSpPr>
          <p:grpSpPr>
            <a:xfrm>
              <a:off x="3635003" y="810869"/>
              <a:ext cx="458598" cy="811402"/>
              <a:chOff x="3601539" y="727466"/>
              <a:chExt cx="3168203" cy="560553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5" name="Pie 54">
                <a:extLst>
                  <a:ext uri="{FF2B5EF4-FFF2-40B4-BE49-F238E27FC236}">
                    <a16:creationId xmlns:a16="http://schemas.microsoft.com/office/drawing/2014/main" id="{521A76FC-6CCB-1FE2-AFA2-BE7166998BF2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FA6B7DE0-878A-66B0-5EA4-B626A53FDE7C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7DE1680D-52F2-67A0-1ED0-8B4C4747B9ED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D8DD0F1-4254-E29D-83C8-D87E0FAA7644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04848CC-8F08-27A9-3248-8EE67DA2342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54F89D3-A18F-BA5D-6D6F-16EAD5019D2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7A211FE-BF64-76AC-00B9-194B74B33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12B153D-E70D-0354-2720-8EB682E5D0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AC545B1-0CD7-0515-EEB1-35D294179E99}"/>
                </a:ext>
              </a:extLst>
            </p:cNvPr>
            <p:cNvSpPr txBox="1"/>
            <p:nvPr/>
          </p:nvSpPr>
          <p:spPr>
            <a:xfrm>
              <a:off x="4228940" y="1062682"/>
              <a:ext cx="23319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1: Data Summarizer 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E5BE424-84D3-0DB6-BA22-E7076E73D0E1}"/>
              </a:ext>
            </a:extLst>
          </p:cNvPr>
          <p:cNvGrpSpPr/>
          <p:nvPr/>
        </p:nvGrpSpPr>
        <p:grpSpPr>
          <a:xfrm>
            <a:off x="3215549" y="1333183"/>
            <a:ext cx="2955481" cy="811402"/>
            <a:chOff x="3635003" y="1917976"/>
            <a:chExt cx="2955481" cy="8114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2984809-FD6D-269C-03AD-DAFFD797366F}"/>
                </a:ext>
              </a:extLst>
            </p:cNvPr>
            <p:cNvGrpSpPr/>
            <p:nvPr/>
          </p:nvGrpSpPr>
          <p:grpSpPr>
            <a:xfrm>
              <a:off x="3635003" y="1917976"/>
              <a:ext cx="458598" cy="811402"/>
              <a:chOff x="3601539" y="727466"/>
              <a:chExt cx="3168203" cy="560553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FB333C07-5539-872C-60F4-8BDB3ADA9AFB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0EC5F82-5803-E3A0-80CC-78D7D91B3BE3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746B55C-C768-093B-78C1-13B28EC2DAB8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82C6850-1C65-62F8-A484-6BA117938B71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38DC7D6-27FA-270A-F7AB-96DD26FB8C5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C3FA5B9-9BC6-D588-63B8-E2E6969A88CD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9FE9B23-CF49-74DE-41F7-29196E3983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003E51D-1661-212A-766F-58F8756444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17CF3F6-2632-CD5D-EE3C-DD4A73CEEAF4}"/>
                </a:ext>
              </a:extLst>
            </p:cNvPr>
            <p:cNvSpPr txBox="1"/>
            <p:nvPr/>
          </p:nvSpPr>
          <p:spPr>
            <a:xfrm>
              <a:off x="4228940" y="2169789"/>
              <a:ext cx="2361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2: Keyword Extractor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BA051A5-4962-4847-4441-9878AE026ECB}"/>
              </a:ext>
            </a:extLst>
          </p:cNvPr>
          <p:cNvGrpSpPr/>
          <p:nvPr/>
        </p:nvGrpSpPr>
        <p:grpSpPr>
          <a:xfrm>
            <a:off x="3215549" y="2575936"/>
            <a:ext cx="2998378" cy="811402"/>
            <a:chOff x="3635003" y="3039895"/>
            <a:chExt cx="2998378" cy="81140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DB10C74-BF9E-4F94-5DDD-27DD81FF7079}"/>
                </a:ext>
              </a:extLst>
            </p:cNvPr>
            <p:cNvGrpSpPr/>
            <p:nvPr/>
          </p:nvGrpSpPr>
          <p:grpSpPr>
            <a:xfrm>
              <a:off x="3635003" y="3039895"/>
              <a:ext cx="458598" cy="811402"/>
              <a:chOff x="3601539" y="727466"/>
              <a:chExt cx="3168203" cy="560553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Pie 18">
                <a:extLst>
                  <a:ext uri="{FF2B5EF4-FFF2-40B4-BE49-F238E27FC236}">
                    <a16:creationId xmlns:a16="http://schemas.microsoft.com/office/drawing/2014/main" id="{BDC467CE-88BB-4C58-F85E-9730BBD962B0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46171E28-37E0-5633-23E8-E8BBE12A39F0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8E7EAAE3-9244-C2AF-28AE-A390E2D3276C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7186015-5C88-0C02-6E5B-4595152B7EDA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1DFA842-99E2-8A6B-2015-EDA68D1F026F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0EFDED3-94A0-6A91-6A1A-DE306E908C98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7BCC875-E819-C577-305B-7B27EC37F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23533233-9755-A8BA-C14A-E61EFE1A84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C440F15-E7B6-1766-4E59-AC65F0245FB3}"/>
                </a:ext>
              </a:extLst>
            </p:cNvPr>
            <p:cNvSpPr txBox="1"/>
            <p:nvPr/>
          </p:nvSpPr>
          <p:spPr>
            <a:xfrm>
              <a:off x="4228940" y="3291708"/>
              <a:ext cx="2404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3: Evidence Retriever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CDC2A02-8D0E-1844-1A05-D433DFDFA076}"/>
              </a:ext>
            </a:extLst>
          </p:cNvPr>
          <p:cNvGrpSpPr/>
          <p:nvPr/>
        </p:nvGrpSpPr>
        <p:grpSpPr>
          <a:xfrm>
            <a:off x="3215549" y="3818689"/>
            <a:ext cx="3268772" cy="811402"/>
            <a:chOff x="3635003" y="4079927"/>
            <a:chExt cx="3268772" cy="81140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708BAF7-AEAD-A442-834B-A1FD01736CFD}"/>
                </a:ext>
              </a:extLst>
            </p:cNvPr>
            <p:cNvGrpSpPr/>
            <p:nvPr/>
          </p:nvGrpSpPr>
          <p:grpSpPr>
            <a:xfrm>
              <a:off x="3635003" y="4079927"/>
              <a:ext cx="458598" cy="811402"/>
              <a:chOff x="3601539" y="727466"/>
              <a:chExt cx="3168203" cy="5605536"/>
            </a:xfrm>
            <a:solidFill>
              <a:schemeClr val="bg2">
                <a:lumMod val="90000"/>
              </a:schemeClr>
            </a:solidFill>
          </p:grpSpPr>
          <p:sp>
            <p:nvSpPr>
              <p:cNvPr id="28" name="Pie 27">
                <a:extLst>
                  <a:ext uri="{FF2B5EF4-FFF2-40B4-BE49-F238E27FC236}">
                    <a16:creationId xmlns:a16="http://schemas.microsoft.com/office/drawing/2014/main" id="{D216A67F-AFD4-6465-3319-BE7E2378B2C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1F5E338A-00E2-F5AB-54F2-404A2BB7B325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5F10F071-D7FA-190F-F234-611AF339A180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37C38A4-AD49-D4ED-611A-397D62A2C814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18D4396-2062-94BA-C3E5-86724F4441F8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FCD2EC9-CF06-F963-AB8C-13B5730A8732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D1E1404-71A0-6546-E8BB-345CF03861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EA9635D-EBC3-4E79-4F16-C0D0B2371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A1D3C71-01BB-F721-EB62-52B577E6CE99}"/>
                </a:ext>
              </a:extLst>
            </p:cNvPr>
            <p:cNvSpPr txBox="1"/>
            <p:nvPr/>
          </p:nvSpPr>
          <p:spPr>
            <a:xfrm>
              <a:off x="4228940" y="4331740"/>
              <a:ext cx="2674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4: Literature </a:t>
              </a:r>
              <a:r>
                <a:rPr lang="en-US" sz="1400" b="1" dirty="0" err="1"/>
                <a:t>Synthesiser</a:t>
              </a:r>
              <a:endParaRPr lang="en-US" sz="1400" b="1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DA54099-3625-579F-03EE-9D5060EFC4B6}"/>
              </a:ext>
            </a:extLst>
          </p:cNvPr>
          <p:cNvGrpSpPr/>
          <p:nvPr/>
        </p:nvGrpSpPr>
        <p:grpSpPr>
          <a:xfrm>
            <a:off x="3215549" y="5061442"/>
            <a:ext cx="2540175" cy="811402"/>
            <a:chOff x="3635003" y="5324677"/>
            <a:chExt cx="2540175" cy="8114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1524A6B-C2C7-7ABD-0FA8-9273B974BD9D}"/>
                </a:ext>
              </a:extLst>
            </p:cNvPr>
            <p:cNvGrpSpPr/>
            <p:nvPr/>
          </p:nvGrpSpPr>
          <p:grpSpPr>
            <a:xfrm>
              <a:off x="3635003" y="5324677"/>
              <a:ext cx="458598" cy="811402"/>
              <a:chOff x="3601539" y="727466"/>
              <a:chExt cx="3168203" cy="5605536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7" name="Pie 36">
                <a:extLst>
                  <a:ext uri="{FF2B5EF4-FFF2-40B4-BE49-F238E27FC236}">
                    <a16:creationId xmlns:a16="http://schemas.microsoft.com/office/drawing/2014/main" id="{1C8DE35F-73A7-604C-2260-0B55AAA38054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6E4F16C4-DC47-DA2F-B51A-8D7442E09832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7407A33E-3B19-188B-6C12-F2CC9F32300F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18DB8DA-D260-77F2-4CD7-80CCB4493C2F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36C5F27-FF63-72D9-3607-275A1225D4D1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1FE88A6-7546-3C3A-AAB0-1BC353F875D6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A6FFDA8-C7B5-4A21-2423-4E140214B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9E9E6B7-0BED-91A9-C720-6A2461F764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68DB52F-0FCC-C0EC-84F9-0C0901322D77}"/>
                </a:ext>
              </a:extLst>
            </p:cNvPr>
            <p:cNvSpPr txBox="1"/>
            <p:nvPr/>
          </p:nvSpPr>
          <p:spPr>
            <a:xfrm>
              <a:off x="4228940" y="5576490"/>
              <a:ext cx="19462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Agent 5: Report writer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D17EDA2-7358-7DD3-79BE-38B8C7FEBFF1}"/>
              </a:ext>
            </a:extLst>
          </p:cNvPr>
          <p:cNvGrpSpPr/>
          <p:nvPr/>
        </p:nvGrpSpPr>
        <p:grpSpPr>
          <a:xfrm>
            <a:off x="117194" y="3592989"/>
            <a:ext cx="2653875" cy="2721007"/>
            <a:chOff x="117194" y="3592989"/>
            <a:chExt cx="2653875" cy="2721007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ED5E5E4-DE43-286C-D54E-E20F87017058}"/>
                </a:ext>
              </a:extLst>
            </p:cNvPr>
            <p:cNvSpPr txBox="1"/>
            <p:nvPr/>
          </p:nvSpPr>
          <p:spPr>
            <a:xfrm>
              <a:off x="1241913" y="4603714"/>
              <a:ext cx="750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Activity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7D257ED-FC59-A082-F14C-B17416DCD4B8}"/>
                </a:ext>
              </a:extLst>
            </p:cNvPr>
            <p:cNvSpPr txBox="1"/>
            <p:nvPr/>
          </p:nvSpPr>
          <p:spPr>
            <a:xfrm>
              <a:off x="1241913" y="4884215"/>
              <a:ext cx="1317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Light Exposure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85D1F05-146E-4964-7574-20C772059D48}"/>
                </a:ext>
              </a:extLst>
            </p:cNvPr>
            <p:cNvSpPr txBox="1"/>
            <p:nvPr/>
          </p:nvSpPr>
          <p:spPr>
            <a:xfrm>
              <a:off x="1242766" y="5164716"/>
              <a:ext cx="15283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Skin Temperature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408CA4A-4437-57CD-95E7-572E1F546D4C}"/>
                </a:ext>
              </a:extLst>
            </p:cNvPr>
            <p:cNvSpPr txBox="1"/>
            <p:nvPr/>
          </p:nvSpPr>
          <p:spPr>
            <a:xfrm>
              <a:off x="1228271" y="5445217"/>
              <a:ext cx="861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Hart rate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50EFB6F-2975-43F2-C34A-7E5CEA03C3B8}"/>
                </a:ext>
              </a:extLst>
            </p:cNvPr>
            <p:cNvSpPr txBox="1"/>
            <p:nvPr/>
          </p:nvSpPr>
          <p:spPr>
            <a:xfrm>
              <a:off x="1228271" y="5725718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SpO2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4E0B931-4E94-1828-B295-8C7672D46555}"/>
                </a:ext>
              </a:extLst>
            </p:cNvPr>
            <p:cNvSpPr txBox="1"/>
            <p:nvPr/>
          </p:nvSpPr>
          <p:spPr>
            <a:xfrm>
              <a:off x="1241913" y="6006219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53010C3B-C257-20B4-AF35-1D4B4D10A20C}"/>
                </a:ext>
              </a:extLst>
            </p:cNvPr>
            <p:cNvGrpSpPr/>
            <p:nvPr/>
          </p:nvGrpSpPr>
          <p:grpSpPr>
            <a:xfrm>
              <a:off x="117194" y="3592989"/>
              <a:ext cx="1737512" cy="1223727"/>
              <a:chOff x="-341349" y="3735895"/>
              <a:chExt cx="2244505" cy="1580801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1ABA391-3944-98E7-15BA-AB1A15F2A52E}"/>
                  </a:ext>
                </a:extLst>
              </p:cNvPr>
              <p:cNvGrpSpPr/>
              <p:nvPr/>
            </p:nvGrpSpPr>
            <p:grpSpPr>
              <a:xfrm>
                <a:off x="988756" y="4064868"/>
                <a:ext cx="914400" cy="914400"/>
                <a:chOff x="643054" y="1130099"/>
                <a:chExt cx="914400" cy="914400"/>
              </a:xfrm>
            </p:grpSpPr>
            <p:pic>
              <p:nvPicPr>
                <p:cNvPr id="91" name="Graphic 90" descr="Watch outline">
                  <a:extLst>
                    <a:ext uri="{FF2B5EF4-FFF2-40B4-BE49-F238E27FC236}">
                      <a16:creationId xmlns:a16="http://schemas.microsoft.com/office/drawing/2014/main" id="{2956C52C-4522-7B49-B538-4B59D23728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3054" y="11300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DD56E3F0-9996-BF51-51F5-2CB80B5DEDCC}"/>
                    </a:ext>
                  </a:extLst>
                </p:cNvPr>
                <p:cNvSpPr/>
                <p:nvPr/>
              </p:nvSpPr>
              <p:spPr>
                <a:xfrm>
                  <a:off x="924517" y="1394640"/>
                  <a:ext cx="398196" cy="3981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103" name="Graphic 102" descr="Man outline">
                <a:extLst>
                  <a:ext uri="{FF2B5EF4-FFF2-40B4-BE49-F238E27FC236}">
                    <a16:creationId xmlns:a16="http://schemas.microsoft.com/office/drawing/2014/main" id="{B17666A4-6680-43D6-4C67-CA1F7F815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974" y="3735895"/>
                <a:ext cx="1580801" cy="1580801"/>
              </a:xfrm>
              <a:prstGeom prst="rect">
                <a:avLst/>
              </a:prstGeom>
            </p:spPr>
          </p:pic>
          <p:pic>
            <p:nvPicPr>
              <p:cNvPr id="105" name="Graphic 104" descr="Woman outline">
                <a:extLst>
                  <a:ext uri="{FF2B5EF4-FFF2-40B4-BE49-F238E27FC236}">
                    <a16:creationId xmlns:a16="http://schemas.microsoft.com/office/drawing/2014/main" id="{44914E12-D375-CF98-8379-1864DED11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341349" y="3735895"/>
                <a:ext cx="1580801" cy="1580801"/>
              </a:xfrm>
              <a:prstGeom prst="rect">
                <a:avLst/>
              </a:prstGeom>
            </p:spPr>
          </p:pic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6975826-79FE-0739-6FE0-DE7DD2318FC8}"/>
              </a:ext>
            </a:extLst>
          </p:cNvPr>
          <p:cNvGrpSpPr/>
          <p:nvPr/>
        </p:nvGrpSpPr>
        <p:grpSpPr>
          <a:xfrm>
            <a:off x="261781" y="1687234"/>
            <a:ext cx="2691270" cy="1423154"/>
            <a:chOff x="356731" y="1909525"/>
            <a:chExt cx="2691270" cy="1423154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46B09DC-DE56-9F8E-6FE4-5F2B5F7F39A4}"/>
                </a:ext>
              </a:extLst>
            </p:cNvPr>
            <p:cNvSpPr txBox="1"/>
            <p:nvPr/>
          </p:nvSpPr>
          <p:spPr>
            <a:xfrm>
              <a:off x="356731" y="2809459"/>
              <a:ext cx="26912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Deterministic preprocessing &amp; circadian metrics computation</a:t>
              </a:r>
              <a:endParaRPr lang="en-US" sz="1100" dirty="0"/>
            </a:p>
          </p:txBody>
        </p:sp>
        <p:pic>
          <p:nvPicPr>
            <p:cNvPr id="131" name="Graphic 130" descr="Gears outline">
              <a:extLst>
                <a:ext uri="{FF2B5EF4-FFF2-40B4-BE49-F238E27FC236}">
                  <a16:creationId xmlns:a16="http://schemas.microsoft.com/office/drawing/2014/main" id="{07488D41-C884-3F53-98D7-29CFCCF3C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61265" y="1909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2F43C12-1FED-1930-17B4-35DC1F5399C0}"/>
              </a:ext>
            </a:extLst>
          </p:cNvPr>
          <p:cNvGrpSpPr/>
          <p:nvPr/>
        </p:nvGrpSpPr>
        <p:grpSpPr>
          <a:xfrm>
            <a:off x="845418" y="0"/>
            <a:ext cx="1523997" cy="1208940"/>
            <a:chOff x="820519" y="263235"/>
            <a:chExt cx="1523997" cy="1208940"/>
          </a:xfrm>
        </p:grpSpPr>
        <p:pic>
          <p:nvPicPr>
            <p:cNvPr id="133" name="Graphic 132" descr="Document outline">
              <a:extLst>
                <a:ext uri="{FF2B5EF4-FFF2-40B4-BE49-F238E27FC236}">
                  <a16:creationId xmlns:a16="http://schemas.microsoft.com/office/drawing/2014/main" id="{CDD4EDCE-39B6-9A71-90B0-CAB0762B7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39452" y="263235"/>
              <a:ext cx="690647" cy="69064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3192E3C-E855-56AC-1328-B08D640E4A0A}"/>
                </a:ext>
              </a:extLst>
            </p:cNvPr>
            <p:cNvSpPr txBox="1"/>
            <p:nvPr/>
          </p:nvSpPr>
          <p:spPr>
            <a:xfrm>
              <a:off x="820519" y="948955"/>
              <a:ext cx="1523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Machine friendly format text</a:t>
              </a:r>
            </a:p>
          </p:txBody>
        </p:sp>
      </p:grpSp>
      <p:sp>
        <p:nvSpPr>
          <p:cNvPr id="156" name="Up Arrow 155">
            <a:extLst>
              <a:ext uri="{FF2B5EF4-FFF2-40B4-BE49-F238E27FC236}">
                <a16:creationId xmlns:a16="http://schemas.microsoft.com/office/drawing/2014/main" id="{DA07B5BB-B5FC-94D5-456B-1E1B10C0BD89}"/>
              </a:ext>
            </a:extLst>
          </p:cNvPr>
          <p:cNvSpPr/>
          <p:nvPr/>
        </p:nvSpPr>
        <p:spPr>
          <a:xfrm>
            <a:off x="1435970" y="127692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Bent Arrow 167">
            <a:extLst>
              <a:ext uri="{FF2B5EF4-FFF2-40B4-BE49-F238E27FC236}">
                <a16:creationId xmlns:a16="http://schemas.microsoft.com/office/drawing/2014/main" id="{89971D44-1276-D8AB-9943-24D312672E7D}"/>
              </a:ext>
            </a:extLst>
          </p:cNvPr>
          <p:cNvSpPr/>
          <p:nvPr/>
        </p:nvSpPr>
        <p:spPr>
          <a:xfrm flipV="1">
            <a:off x="3374601" y="5755861"/>
            <a:ext cx="4982580" cy="1062950"/>
          </a:xfrm>
          <a:prstGeom prst="bentArrow">
            <a:avLst>
              <a:gd name="adj1" fmla="val 12663"/>
              <a:gd name="adj2" fmla="val 13325"/>
              <a:gd name="adj3" fmla="val 21313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6E40976-95FD-4484-ED68-2624D3D796E0}"/>
              </a:ext>
            </a:extLst>
          </p:cNvPr>
          <p:cNvGrpSpPr/>
          <p:nvPr/>
        </p:nvGrpSpPr>
        <p:grpSpPr>
          <a:xfrm>
            <a:off x="7620224" y="3827128"/>
            <a:ext cx="2719651" cy="811402"/>
            <a:chOff x="7166492" y="4038935"/>
            <a:chExt cx="2719651" cy="811402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7F754308-AD9E-F5E8-2991-215DB647E37D}"/>
                </a:ext>
              </a:extLst>
            </p:cNvPr>
            <p:cNvGrpSpPr/>
            <p:nvPr/>
          </p:nvGrpSpPr>
          <p:grpSpPr>
            <a:xfrm>
              <a:off x="7166492" y="4038935"/>
              <a:ext cx="458598" cy="811402"/>
              <a:chOff x="3601539" y="727466"/>
              <a:chExt cx="3168203" cy="5605536"/>
            </a:xfrm>
          </p:grpSpPr>
          <p:sp>
            <p:nvSpPr>
              <p:cNvPr id="177" name="Pie 176">
                <a:extLst>
                  <a:ext uri="{FF2B5EF4-FFF2-40B4-BE49-F238E27FC236}">
                    <a16:creationId xmlns:a16="http://schemas.microsoft.com/office/drawing/2014/main" id="{356D8A6A-028D-239C-435D-EFCE6A082B27}"/>
                  </a:ext>
                </a:extLst>
              </p:cNvPr>
              <p:cNvSpPr/>
              <p:nvPr/>
            </p:nvSpPr>
            <p:spPr>
              <a:xfrm rot="5400000">
                <a:off x="3841594" y="3644910"/>
                <a:ext cx="2688092" cy="2688092"/>
              </a:xfrm>
              <a:prstGeom prst="pie">
                <a:avLst>
                  <a:gd name="adj1" fmla="val 5400000"/>
                  <a:gd name="adj2" fmla="val 1620000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336AF052-7595-A04D-1F22-F6D91251FDDA}"/>
                  </a:ext>
                </a:extLst>
              </p:cNvPr>
              <p:cNvSpPr/>
              <p:nvPr/>
            </p:nvSpPr>
            <p:spPr>
              <a:xfrm>
                <a:off x="3601539" y="2225583"/>
                <a:ext cx="3168203" cy="888073"/>
              </a:xfrm>
              <a:prstGeom prst="roundRect">
                <a:avLst>
                  <a:gd name="adj" fmla="val 370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0608E353-C51A-4A4F-5298-C4B2D61AB9BA}"/>
                  </a:ext>
                </a:extLst>
              </p:cNvPr>
              <p:cNvSpPr/>
              <p:nvPr/>
            </p:nvSpPr>
            <p:spPr>
              <a:xfrm>
                <a:off x="3988852" y="1694329"/>
                <a:ext cx="2393577" cy="1998877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42DC3DDE-08E4-21A4-512E-4F610D963893}"/>
                  </a:ext>
                </a:extLst>
              </p:cNvPr>
              <p:cNvSpPr/>
              <p:nvPr/>
            </p:nvSpPr>
            <p:spPr>
              <a:xfrm>
                <a:off x="4991984" y="727466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DA60926E-0B3A-F787-A82E-C32A70186022}"/>
                  </a:ext>
                </a:extLst>
              </p:cNvPr>
              <p:cNvSpPr/>
              <p:nvPr/>
            </p:nvSpPr>
            <p:spPr>
              <a:xfrm>
                <a:off x="4351006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7A8AF489-5137-7431-A26A-346B80E9E8B7}"/>
                  </a:ext>
                </a:extLst>
              </p:cNvPr>
              <p:cNvSpPr/>
              <p:nvPr/>
            </p:nvSpPr>
            <p:spPr>
              <a:xfrm>
                <a:off x="5673300" y="2183915"/>
                <a:ext cx="387313" cy="38731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7252F3F-CE57-FC0A-CAD6-A77D2226F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31" y="3113656"/>
                <a:ext cx="79921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1C525F1D-D575-2D1F-64E2-194C992613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641" y="1114779"/>
                <a:ext cx="0" cy="5795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BA0BC90-3070-7AAE-2B0A-DA969CFA3756}"/>
                </a:ext>
              </a:extLst>
            </p:cNvPr>
            <p:cNvSpPr txBox="1"/>
            <p:nvPr/>
          </p:nvSpPr>
          <p:spPr>
            <a:xfrm>
              <a:off x="7734512" y="4183026"/>
              <a:ext cx="2151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Agent 6: Symptom-Metric Linker (Optional)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2847947-0304-A1D5-5D11-CEBF36070696}"/>
              </a:ext>
            </a:extLst>
          </p:cNvPr>
          <p:cNvGrpSpPr/>
          <p:nvPr/>
        </p:nvGrpSpPr>
        <p:grpSpPr>
          <a:xfrm>
            <a:off x="8456716" y="96170"/>
            <a:ext cx="1892673" cy="1340136"/>
            <a:chOff x="4515843" y="2696982"/>
            <a:chExt cx="2416655" cy="1711148"/>
          </a:xfrm>
        </p:grpSpPr>
        <p:pic>
          <p:nvPicPr>
            <p:cNvPr id="186" name="Graphic 185" descr="Doctor female outline">
              <a:extLst>
                <a:ext uri="{FF2B5EF4-FFF2-40B4-BE49-F238E27FC236}">
                  <a16:creationId xmlns:a16="http://schemas.microsoft.com/office/drawing/2014/main" id="{F3515E7C-3A00-7FAF-18A2-58051C2B1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6961" y="3254853"/>
              <a:ext cx="914400" cy="914400"/>
            </a:xfrm>
            <a:prstGeom prst="rect">
              <a:avLst/>
            </a:prstGeom>
          </p:spPr>
        </p:pic>
        <p:pic>
          <p:nvPicPr>
            <p:cNvPr id="187" name="Graphic 186" descr="Doctor male outline">
              <a:extLst>
                <a:ext uri="{FF2B5EF4-FFF2-40B4-BE49-F238E27FC236}">
                  <a16:creationId xmlns:a16="http://schemas.microsoft.com/office/drawing/2014/main" id="{C7600520-488C-04B0-5C72-57176F7D8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18098" y="3282625"/>
              <a:ext cx="914400" cy="914400"/>
            </a:xfrm>
            <a:prstGeom prst="rect">
              <a:avLst/>
            </a:prstGeom>
          </p:spPr>
        </p:pic>
        <p:pic>
          <p:nvPicPr>
            <p:cNvPr id="188" name="Graphic 187" descr="Scientist male outline">
              <a:extLst>
                <a:ext uri="{FF2B5EF4-FFF2-40B4-BE49-F238E27FC236}">
                  <a16:creationId xmlns:a16="http://schemas.microsoft.com/office/drawing/2014/main" id="{1FEB71C1-F52E-9128-3666-EA57D9E0B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014557" y="3493730"/>
              <a:ext cx="914400" cy="914400"/>
            </a:xfrm>
            <a:prstGeom prst="rect">
              <a:avLst/>
            </a:prstGeom>
          </p:spPr>
        </p:pic>
        <p:pic>
          <p:nvPicPr>
            <p:cNvPr id="189" name="Graphic 188" descr="Scientist female outline">
              <a:extLst>
                <a:ext uri="{FF2B5EF4-FFF2-40B4-BE49-F238E27FC236}">
                  <a16:creationId xmlns:a16="http://schemas.microsoft.com/office/drawing/2014/main" id="{6A3880D3-4CCE-6C74-2F76-E69404987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15843" y="3493730"/>
              <a:ext cx="914400" cy="914400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AC8A8C9-C685-59E3-6A09-428666ECA5FD}"/>
                </a:ext>
              </a:extLst>
            </p:cNvPr>
            <p:cNvSpPr txBox="1"/>
            <p:nvPr/>
          </p:nvSpPr>
          <p:spPr>
            <a:xfrm>
              <a:off x="5796367" y="2696982"/>
              <a:ext cx="1024541" cy="66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Medical</a:t>
              </a:r>
            </a:p>
            <a:p>
              <a:pPr algn="ctr"/>
              <a:r>
                <a:rPr lang="en-US" sz="1400" dirty="0"/>
                <a:t>Doctors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DD544B4F-A074-A4A6-ED5F-9A04790C5229}"/>
                </a:ext>
              </a:extLst>
            </p:cNvPr>
            <p:cNvSpPr txBox="1"/>
            <p:nvPr/>
          </p:nvSpPr>
          <p:spPr>
            <a:xfrm>
              <a:off x="4723850" y="3204230"/>
              <a:ext cx="1183816" cy="39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Experts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D0C857C-3255-2F85-1818-4DA11A58CBB4}"/>
              </a:ext>
            </a:extLst>
          </p:cNvPr>
          <p:cNvGrpSpPr/>
          <p:nvPr/>
        </p:nvGrpSpPr>
        <p:grpSpPr>
          <a:xfrm>
            <a:off x="8743364" y="1873892"/>
            <a:ext cx="1426779" cy="943702"/>
            <a:chOff x="7781753" y="2214478"/>
            <a:chExt cx="1426779" cy="943702"/>
          </a:xfrm>
        </p:grpSpPr>
        <p:pic>
          <p:nvPicPr>
            <p:cNvPr id="193" name="Graphic 192" descr="Document outline">
              <a:extLst>
                <a:ext uri="{FF2B5EF4-FFF2-40B4-BE49-F238E27FC236}">
                  <a16:creationId xmlns:a16="http://schemas.microsoft.com/office/drawing/2014/main" id="{3E26AEF1-9006-B2A0-0108-A584F8B00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57944" y="2214478"/>
              <a:ext cx="708129" cy="708129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74B09EEB-8559-3783-8AF8-A25D3322CA96}"/>
                </a:ext>
              </a:extLst>
            </p:cNvPr>
            <p:cNvSpPr txBox="1"/>
            <p:nvPr/>
          </p:nvSpPr>
          <p:spPr>
            <a:xfrm>
              <a:off x="7781753" y="2850403"/>
              <a:ext cx="14267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Anamnesis</a:t>
              </a:r>
            </a:p>
          </p:txBody>
        </p:sp>
      </p:grpSp>
      <p:sp>
        <p:nvSpPr>
          <p:cNvPr id="195" name="Bent Arrow 194">
            <a:extLst>
              <a:ext uri="{FF2B5EF4-FFF2-40B4-BE49-F238E27FC236}">
                <a16:creationId xmlns:a16="http://schemas.microsoft.com/office/drawing/2014/main" id="{E1EA8DF0-53E3-E071-94B9-7CD724465C43}"/>
              </a:ext>
            </a:extLst>
          </p:cNvPr>
          <p:cNvSpPr/>
          <p:nvPr/>
        </p:nvSpPr>
        <p:spPr>
          <a:xfrm rot="5400000">
            <a:off x="5348125" y="1296992"/>
            <a:ext cx="3393584" cy="1672347"/>
          </a:xfrm>
          <a:prstGeom prst="bentArrow">
            <a:avLst>
              <a:gd name="adj1" fmla="val 8199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6" name="Up Arrow 195">
            <a:extLst>
              <a:ext uri="{FF2B5EF4-FFF2-40B4-BE49-F238E27FC236}">
                <a16:creationId xmlns:a16="http://schemas.microsoft.com/office/drawing/2014/main" id="{F8776484-0423-B29C-1AFA-4116D6A66621}"/>
              </a:ext>
            </a:extLst>
          </p:cNvPr>
          <p:cNvSpPr/>
          <p:nvPr/>
        </p:nvSpPr>
        <p:spPr>
          <a:xfrm rot="10800000">
            <a:off x="9228153" y="1466771"/>
            <a:ext cx="457200" cy="37049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Bent Arrow 196">
            <a:extLst>
              <a:ext uri="{FF2B5EF4-FFF2-40B4-BE49-F238E27FC236}">
                <a16:creationId xmlns:a16="http://schemas.microsoft.com/office/drawing/2014/main" id="{5DF91A82-EB60-87BC-6EE9-B5B08F06DF76}"/>
              </a:ext>
            </a:extLst>
          </p:cNvPr>
          <p:cNvSpPr/>
          <p:nvPr/>
        </p:nvSpPr>
        <p:spPr>
          <a:xfrm rot="5400000">
            <a:off x="6539722" y="2593501"/>
            <a:ext cx="847135" cy="1509095"/>
          </a:xfrm>
          <a:prstGeom prst="bentArrow">
            <a:avLst>
              <a:gd name="adj1" fmla="val 14747"/>
              <a:gd name="adj2" fmla="val 16741"/>
              <a:gd name="adj3" fmla="val 16347"/>
              <a:gd name="adj4" fmla="val 280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Bent Arrow 197">
            <a:extLst>
              <a:ext uri="{FF2B5EF4-FFF2-40B4-BE49-F238E27FC236}">
                <a16:creationId xmlns:a16="http://schemas.microsoft.com/office/drawing/2014/main" id="{37D756A7-CB3D-37C8-676D-9046669B5687}"/>
              </a:ext>
            </a:extLst>
          </p:cNvPr>
          <p:cNvSpPr/>
          <p:nvPr/>
        </p:nvSpPr>
        <p:spPr>
          <a:xfrm rot="5400000" flipV="1">
            <a:off x="7471131" y="2577290"/>
            <a:ext cx="1708471" cy="776009"/>
          </a:xfrm>
          <a:prstGeom prst="bentArrow">
            <a:avLst>
              <a:gd name="adj1" fmla="val 17001"/>
              <a:gd name="adj2" fmla="val 35799"/>
              <a:gd name="adj3" fmla="val 34333"/>
              <a:gd name="adj4" fmla="val 2982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9" name="Up Arrow 198">
            <a:extLst>
              <a:ext uri="{FF2B5EF4-FFF2-40B4-BE49-F238E27FC236}">
                <a16:creationId xmlns:a16="http://schemas.microsoft.com/office/drawing/2014/main" id="{ECA26221-33B3-F794-595D-D3E5755BE7B5}"/>
              </a:ext>
            </a:extLst>
          </p:cNvPr>
          <p:cNvSpPr/>
          <p:nvPr/>
        </p:nvSpPr>
        <p:spPr>
          <a:xfrm rot="16200000">
            <a:off x="6812982" y="3639680"/>
            <a:ext cx="268678" cy="120261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Open book outline">
            <a:extLst>
              <a:ext uri="{FF2B5EF4-FFF2-40B4-BE49-F238E27FC236}">
                <a16:creationId xmlns:a16="http://schemas.microsoft.com/office/drawing/2014/main" id="{E850FAF4-283C-8AA0-B093-BD9796D2FD6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07357" y="2351666"/>
            <a:ext cx="572814" cy="5728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5207747-FCC5-442A-AC38-DB605B233D41}"/>
              </a:ext>
            </a:extLst>
          </p:cNvPr>
          <p:cNvSpPr/>
          <p:nvPr/>
        </p:nvSpPr>
        <p:spPr>
          <a:xfrm>
            <a:off x="3862800" y="64411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96D5D77-9995-7226-E41C-31C71843A15D}"/>
              </a:ext>
            </a:extLst>
          </p:cNvPr>
          <p:cNvSpPr/>
          <p:nvPr/>
        </p:nvSpPr>
        <p:spPr>
          <a:xfrm>
            <a:off x="3862800" y="1895733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989A3F6-EBAA-9024-DC08-D3B12C7E369C}"/>
              </a:ext>
            </a:extLst>
          </p:cNvPr>
          <p:cNvSpPr/>
          <p:nvPr/>
        </p:nvSpPr>
        <p:spPr>
          <a:xfrm>
            <a:off x="3858950" y="3165765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CA2094-626B-97B6-ECD6-110059F16A88}"/>
              </a:ext>
            </a:extLst>
          </p:cNvPr>
          <p:cNvSpPr/>
          <p:nvPr/>
        </p:nvSpPr>
        <p:spPr>
          <a:xfrm>
            <a:off x="3871614" y="4375326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C8FAEE-3FF6-C077-049E-FD8E55DFEB95}"/>
              </a:ext>
            </a:extLst>
          </p:cNvPr>
          <p:cNvSpPr/>
          <p:nvPr/>
        </p:nvSpPr>
        <p:spPr>
          <a:xfrm>
            <a:off x="3809486" y="5601204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A0B183BB-A2D2-11DB-E487-4283792BD2EA}"/>
              </a:ext>
            </a:extLst>
          </p:cNvPr>
          <p:cNvSpPr/>
          <p:nvPr/>
        </p:nvSpPr>
        <p:spPr>
          <a:xfrm>
            <a:off x="1435970" y="3145861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B10224B6-285D-2B8C-C98D-56262C63189D}"/>
              </a:ext>
            </a:extLst>
          </p:cNvPr>
          <p:cNvSpPr/>
          <p:nvPr/>
        </p:nvSpPr>
        <p:spPr>
          <a:xfrm rot="5400000">
            <a:off x="2512279" y="251128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3DE8DD7-04AB-3726-F99B-35D1528B2CB3}"/>
              </a:ext>
            </a:extLst>
          </p:cNvPr>
          <p:cNvSpPr/>
          <p:nvPr/>
        </p:nvSpPr>
        <p:spPr>
          <a:xfrm>
            <a:off x="8150603" y="4489642"/>
            <a:ext cx="3322878" cy="9408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2A37D5E5-BD5F-4929-E507-6F08809E2FBB}"/>
              </a:ext>
            </a:extLst>
          </p:cNvPr>
          <p:cNvSpPr/>
          <p:nvPr/>
        </p:nvSpPr>
        <p:spPr>
          <a:xfrm rot="10800000">
            <a:off x="3344457" y="84357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5CCB31D9-F42B-874C-7CF2-A3CFFEB1817D}"/>
              </a:ext>
            </a:extLst>
          </p:cNvPr>
          <p:cNvSpPr/>
          <p:nvPr/>
        </p:nvSpPr>
        <p:spPr>
          <a:xfrm rot="10800000">
            <a:off x="3349855" y="2092090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6D141192-E142-FC80-9DE0-F35004E72897}"/>
              </a:ext>
            </a:extLst>
          </p:cNvPr>
          <p:cNvSpPr/>
          <p:nvPr/>
        </p:nvSpPr>
        <p:spPr>
          <a:xfrm rot="10800000">
            <a:off x="3344457" y="3340605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20F4CD23-AB2B-77E4-9AF6-34B3206B2BAB}"/>
              </a:ext>
            </a:extLst>
          </p:cNvPr>
          <p:cNvSpPr/>
          <p:nvPr/>
        </p:nvSpPr>
        <p:spPr>
          <a:xfrm rot="10800000">
            <a:off x="3344457" y="4574726"/>
            <a:ext cx="188299" cy="37049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97D5BC-FD71-69E6-3E3F-1C84738FDD29}"/>
              </a:ext>
            </a:extLst>
          </p:cNvPr>
          <p:cNvSpPr txBox="1"/>
          <p:nvPr/>
        </p:nvSpPr>
        <p:spPr>
          <a:xfrm>
            <a:off x="3871613" y="874960"/>
            <a:ext cx="3309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Condenses the metric table into a clinical narrative (~400 words)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AD2965-87A8-A309-E05F-3B627FA63CD6}"/>
              </a:ext>
            </a:extLst>
          </p:cNvPr>
          <p:cNvSpPr txBox="1"/>
          <p:nvPr/>
        </p:nvSpPr>
        <p:spPr>
          <a:xfrm>
            <a:off x="3866559" y="1968116"/>
            <a:ext cx="3314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Generates PubMed search queries; validates and cleans output; when anamnesis is present, generates a mixed set of 3 metric-focused and 2 symptom-plus-metric queries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E2D29E-DC7D-C435-06F4-DCB75C7849FA}"/>
              </a:ext>
            </a:extLst>
          </p:cNvPr>
          <p:cNvSpPr txBox="1"/>
          <p:nvPr/>
        </p:nvSpPr>
        <p:spPr>
          <a:xfrm>
            <a:off x="3873002" y="3322520"/>
            <a:ext cx="33080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Retrieves abstracts via NCBI PubMed E-utilities and filters out off-topic results with a fast local LLM relevance pass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073BD9-3C66-1AB7-4FD7-2DA74478FC10}"/>
              </a:ext>
            </a:extLst>
          </p:cNvPr>
          <p:cNvSpPr txBox="1"/>
          <p:nvPr/>
        </p:nvSpPr>
        <p:spPr>
          <a:xfrm>
            <a:off x="3800752" y="5695055"/>
            <a:ext cx="3313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Produces a structured narrative in the chosen register; includes a "Symptom-Metric Correlation" section when Agent 6 is active; concludes with a numbered PubMed reference list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AD14B1-86F6-B29D-34A6-3DC3BD025877}"/>
              </a:ext>
            </a:extLst>
          </p:cNvPr>
          <p:cNvSpPr txBox="1"/>
          <p:nvPr/>
        </p:nvSpPr>
        <p:spPr>
          <a:xfrm>
            <a:off x="3867420" y="4630542"/>
            <a:ext cx="3319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Links retrieved evidence to individual metric findings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B5EF32-A4E9-0412-26D3-2EC055178EA0}"/>
              </a:ext>
            </a:extLst>
          </p:cNvPr>
          <p:cNvSpPr txBox="1"/>
          <p:nvPr/>
        </p:nvSpPr>
        <p:spPr>
          <a:xfrm>
            <a:off x="8121782" y="4509960"/>
            <a:ext cx="332287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When a patient anamnesis is provided for Doctor or Expert output, maps each reported symptom to the most relevant metric change ($\Delta$) and supporting PubMed abstract; explicitly flags symptoms with no literature match for further workup</a:t>
            </a:r>
          </a:p>
        </p:txBody>
      </p:sp>
    </p:spTree>
    <p:extLst>
      <p:ext uri="{BB962C8B-B14F-4D97-AF65-F5344CB8AC3E}">
        <p14:creationId xmlns:p14="http://schemas.microsoft.com/office/powerpoint/2010/main" val="227675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3281</Words>
  <Application>Microsoft Macintosh PowerPoint</Application>
  <PresentationFormat>Widescreen</PresentationFormat>
  <Paragraphs>476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Rahjouei, Ali</dc:creator>
  <cp:lastModifiedBy>Rahjouei, Ali</cp:lastModifiedBy>
  <cp:revision>3</cp:revision>
  <dcterms:created xsi:type="dcterms:W3CDTF">2026-03-23T07:36:54Z</dcterms:created>
  <dcterms:modified xsi:type="dcterms:W3CDTF">2026-03-23T12:48:54Z</dcterms:modified>
</cp:coreProperties>
</file>