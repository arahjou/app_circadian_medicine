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49"/>
    <p:restoredTop sz="90580"/>
  </p:normalViewPr>
  <p:slideViewPr>
    <p:cSldViewPr snapToGrid="0">
      <p:cViewPr>
        <p:scale>
          <a:sx n="55" d="100"/>
          <a:sy n="55" d="100"/>
        </p:scale>
        <p:origin x="1688" y="1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14EFCF-7E35-BA43-918B-246B6FF027BF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13370D-0CA0-5F4F-A59E-45DD0B34DE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5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AB4FD-D176-6548-A8CB-9140DD3BF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62FFD0-1DBB-E2F2-DB38-B78AB696D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91D9B-75AC-F083-F042-C856AC42F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5EA55-BE3A-C06F-6700-E8C31CE5E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13370D-0CA0-5F4F-A59E-45DD0B34DE6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826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0D7CE-2F32-571C-72EB-DB9895C5AC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EC86CA-C705-4FF2-59D5-1F7A03B4B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D22E7-0CEA-FCE1-0C36-EA1865F2B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0BB7-6271-C9ED-ABFD-9518A69C0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679B5-7374-5163-0E48-75EC0C00D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6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46F12-AC1A-E5D9-A5BE-681ADF38D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6FA0C-1794-3F3A-ED68-7138B09010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30170-6954-646D-870E-91DBD49E4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5A5B9-EA13-1A9B-EAF4-204CEFCBF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328CA-6FEB-0933-3512-8FA8A28F9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76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ECC1C-3BB6-B6AE-E4DC-B7FA261E5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B91D2-5E41-FE8A-604D-DA5BB7B96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598CC-D4BB-82EB-5B90-D0BB6BFAB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013E8-D241-181B-78B3-F2DE12F52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D290A-7BBA-CC58-1910-B48522F8C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99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9C056-4A4C-994D-E33E-74361BBBA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B9BE-6CB5-F6FB-B3CA-CA0F513F45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73-D3EF-5883-885F-6181F1B54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C295C-8D7A-AEF7-3E7B-B8DE35A4C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AB5149-0746-387C-B631-EDA1BF72A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3A441-9C66-E7A3-D022-E8BC0B505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574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75DB6-BE62-FA72-52D3-010CD356C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0B4316-E227-2700-022A-51685CCC1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A43BC0-CFD7-F8D7-F722-892942180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CF9A16-A5FC-C9C0-91BC-944CF4D3DD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3FFDCC-B9D6-6DFA-13D5-AB37F6AB9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95BC8-42E2-6E6B-99FE-B23896C39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51A616-0F3C-DADA-3725-D285F1748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83DCA3-C998-CF51-5651-F4C0A060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957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7BFA-CCDC-B954-A167-DF27DAF88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47C74A-CC8A-FB1C-3138-BA0529817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9347F-A906-D90D-C8D0-FEA1CDF1B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D4FF3B-0666-B85D-225E-B550D3ED8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605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38D29D-D3C6-85E8-ABC3-ED001B607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CE31C6-06C6-F4E8-CCF4-2ECB90F9F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074A0-9D1D-6277-3323-3799BB67D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893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3AA4F-B4FD-74D4-0D5B-15C70E555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3F66-5595-1F1B-5177-6D46C06EB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5D50F3-158C-4B84-C8B4-6D126BC92E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52045F-F47B-380F-40B3-3414B7747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E8AE11-3511-8C8A-54A1-4E1AEBB9F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BEC912-4E3D-E070-9870-E4BF0128E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3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30B59-979F-D2BE-B5C3-39CCBDF54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0DC88C-B782-9045-6488-AB15DB4913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8C3770-43E6-9416-1A1B-1D8721576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8DBDE-7676-6101-900D-B5773EF06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2F89FF-8C1D-042C-E829-95248F325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EA2C26-8364-F42D-8C07-36D182AC8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632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46C4B-8C43-B392-DD1D-92DE04E58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BF4C8A-D842-21A5-913C-193A131EFC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9FAF1-181F-A60F-6DC6-4D718282C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1FF6C-E61A-610B-1B40-455FE3A55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3E9D1-9918-377F-ECC5-DD16133B3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60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3C064A-FDCD-6F16-2254-D8D4481E54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E4D189-78A4-D6D4-398E-15448D4D7E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5777A-C005-D5D0-E2AF-1C1ED3EF2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CF3DC-5F24-AF1F-1ED6-B1B41007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839B-0F17-CE9A-A401-840661F4F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769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DA9BB9-CBCF-21A3-DED0-7EF35EC4F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960BD-230C-C330-4438-2699FCE05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DF168-C3E3-4BEE-F48C-98378C76E0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C495FF-1FB2-6C46-BAD2-9D3B31345FDC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76140-D3E9-2D05-7FF0-4242CC0E38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EB782-37D7-8BCC-B14D-25407E2B2D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1EAEBA-F935-5147-B16F-745370E0A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6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7D17-C9A0-5C5E-D0F9-EA3B38760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FC4FF5FE-8C02-5A17-2926-9B5CBEB4DE74}"/>
              </a:ext>
            </a:extLst>
          </p:cNvPr>
          <p:cNvGrpSpPr/>
          <p:nvPr/>
        </p:nvGrpSpPr>
        <p:grpSpPr>
          <a:xfrm>
            <a:off x="8392677" y="5855506"/>
            <a:ext cx="1046553" cy="1055758"/>
            <a:chOff x="10167285" y="4898346"/>
            <a:chExt cx="1046553" cy="1055758"/>
          </a:xfrm>
        </p:grpSpPr>
        <p:pic>
          <p:nvPicPr>
            <p:cNvPr id="72" name="Graphic 71" descr="Male profile outline">
              <a:extLst>
                <a:ext uri="{FF2B5EF4-FFF2-40B4-BE49-F238E27FC236}">
                  <a16:creationId xmlns:a16="http://schemas.microsoft.com/office/drawing/2014/main" id="{0066EDA4-E77F-9A6D-ABFF-42A5249F13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97077" y="5236028"/>
              <a:ext cx="716761" cy="718076"/>
            </a:xfrm>
            <a:prstGeom prst="rect">
              <a:avLst/>
            </a:prstGeom>
          </p:spPr>
        </p:pic>
        <p:pic>
          <p:nvPicPr>
            <p:cNvPr id="74" name="Graphic 73" descr="Female Profile outline">
              <a:extLst>
                <a:ext uri="{FF2B5EF4-FFF2-40B4-BE49-F238E27FC236}">
                  <a16:creationId xmlns:a16="http://schemas.microsoft.com/office/drawing/2014/main" id="{952A8F28-C82A-54F4-2DEB-C5A8F0E61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167285" y="5236028"/>
              <a:ext cx="716761" cy="718076"/>
            </a:xfrm>
            <a:prstGeom prst="rect">
              <a:avLst/>
            </a:prstGeom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429A62D-26A0-6578-9E40-982DC38DC2BE}"/>
                </a:ext>
              </a:extLst>
            </p:cNvPr>
            <p:cNvSpPr txBox="1"/>
            <p:nvPr/>
          </p:nvSpPr>
          <p:spPr>
            <a:xfrm>
              <a:off x="10359686" y="4898346"/>
              <a:ext cx="554363" cy="2552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Public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1FB260D-3848-14B6-3B3B-D8A53E34CECE}"/>
              </a:ext>
            </a:extLst>
          </p:cNvPr>
          <p:cNvGrpSpPr/>
          <p:nvPr/>
        </p:nvGrpSpPr>
        <p:grpSpPr>
          <a:xfrm>
            <a:off x="9246829" y="5755861"/>
            <a:ext cx="1031196" cy="1169311"/>
            <a:chOff x="10675163" y="5318421"/>
            <a:chExt cx="1031196" cy="1169311"/>
          </a:xfrm>
        </p:grpSpPr>
        <p:pic>
          <p:nvPicPr>
            <p:cNvPr id="66" name="Graphic 65" descr="Doctor female outline">
              <a:extLst>
                <a:ext uri="{FF2B5EF4-FFF2-40B4-BE49-F238E27FC236}">
                  <a16:creationId xmlns:a16="http://schemas.microsoft.com/office/drawing/2014/main" id="{9A01A61F-3F95-DD88-4367-977F23DA2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75163" y="5747846"/>
              <a:ext cx="716761" cy="718076"/>
            </a:xfrm>
            <a:prstGeom prst="rect">
              <a:avLst/>
            </a:prstGeom>
          </p:spPr>
        </p:pic>
        <p:pic>
          <p:nvPicPr>
            <p:cNvPr id="68" name="Graphic 67" descr="Doctor male outline">
              <a:extLst>
                <a:ext uri="{FF2B5EF4-FFF2-40B4-BE49-F238E27FC236}">
                  <a16:creationId xmlns:a16="http://schemas.microsoft.com/office/drawing/2014/main" id="{3DB9D544-D25E-9034-E01F-16D27F182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989598" y="5769656"/>
              <a:ext cx="716761" cy="718076"/>
            </a:xfrm>
            <a:prstGeom prst="rect">
              <a:avLst/>
            </a:prstGeom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03661AA-8C23-7710-57A4-ED34A010184E}"/>
                </a:ext>
              </a:extLst>
            </p:cNvPr>
            <p:cNvSpPr txBox="1"/>
            <p:nvPr/>
          </p:nvSpPr>
          <p:spPr>
            <a:xfrm>
              <a:off x="10752247" y="5318421"/>
              <a:ext cx="918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Medical Doctor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54BF5-334D-8C4D-FE09-F23F4FA28A9B}"/>
              </a:ext>
            </a:extLst>
          </p:cNvPr>
          <p:cNvGrpSpPr/>
          <p:nvPr/>
        </p:nvGrpSpPr>
        <p:grpSpPr>
          <a:xfrm>
            <a:off x="10127517" y="5874518"/>
            <a:ext cx="1107682" cy="1029632"/>
            <a:chOff x="10675163" y="2175532"/>
            <a:chExt cx="1107682" cy="1029632"/>
          </a:xfrm>
        </p:grpSpPr>
        <p:pic>
          <p:nvPicPr>
            <p:cNvPr id="76" name="Graphic 75" descr="Scientist male outline">
              <a:extLst>
                <a:ext uri="{FF2B5EF4-FFF2-40B4-BE49-F238E27FC236}">
                  <a16:creationId xmlns:a16="http://schemas.microsoft.com/office/drawing/2014/main" id="{E39438AB-F82C-1E7E-96C0-DA7E83526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66084" y="2487088"/>
              <a:ext cx="716761" cy="718076"/>
            </a:xfrm>
            <a:prstGeom prst="rect">
              <a:avLst/>
            </a:prstGeom>
          </p:spPr>
        </p:pic>
        <p:pic>
          <p:nvPicPr>
            <p:cNvPr id="78" name="Graphic 77" descr="Scientist female outline">
              <a:extLst>
                <a:ext uri="{FF2B5EF4-FFF2-40B4-BE49-F238E27FC236}">
                  <a16:creationId xmlns:a16="http://schemas.microsoft.com/office/drawing/2014/main" id="{485D40BF-E5E6-975D-A0B7-2F676AD53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675163" y="2487088"/>
              <a:ext cx="716761" cy="718076"/>
            </a:xfrm>
            <a:prstGeom prst="rect">
              <a:avLst/>
            </a:prstGeom>
          </p:spPr>
        </p:pic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CC02B50-AE5F-FC34-C21F-38BE7C7B3AE3}"/>
                </a:ext>
              </a:extLst>
            </p:cNvPr>
            <p:cNvSpPr txBox="1"/>
            <p:nvPr/>
          </p:nvSpPr>
          <p:spPr>
            <a:xfrm>
              <a:off x="10813961" y="2175532"/>
              <a:ext cx="631268" cy="2552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Experts</a:t>
              </a:r>
            </a:p>
          </p:txBody>
        </p: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5A615A96-ED5D-7A73-002B-8C728E4031F5}"/>
              </a:ext>
            </a:extLst>
          </p:cNvPr>
          <p:cNvGrpSpPr/>
          <p:nvPr/>
        </p:nvGrpSpPr>
        <p:grpSpPr>
          <a:xfrm>
            <a:off x="3215549" y="90430"/>
            <a:ext cx="2925857" cy="811402"/>
            <a:chOff x="3635003" y="810869"/>
            <a:chExt cx="2925857" cy="81140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9190B92-6606-C1B1-4CFF-802A2BBD7F7C}"/>
                </a:ext>
              </a:extLst>
            </p:cNvPr>
            <p:cNvGrpSpPr/>
            <p:nvPr/>
          </p:nvGrpSpPr>
          <p:grpSpPr>
            <a:xfrm>
              <a:off x="3635003" y="810869"/>
              <a:ext cx="458598" cy="811402"/>
              <a:chOff x="3601539" y="727466"/>
              <a:chExt cx="3168203" cy="5605536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55" name="Pie 54">
                <a:extLst>
                  <a:ext uri="{FF2B5EF4-FFF2-40B4-BE49-F238E27FC236}">
                    <a16:creationId xmlns:a16="http://schemas.microsoft.com/office/drawing/2014/main" id="{B5B8A781-9AC5-D0FA-6F4E-CBACA97DD67C}"/>
                  </a:ext>
                </a:extLst>
              </p:cNvPr>
              <p:cNvSpPr/>
              <p:nvPr/>
            </p:nvSpPr>
            <p:spPr>
              <a:xfrm rot="5400000">
                <a:off x="3841594" y="3644910"/>
                <a:ext cx="2688092" cy="2688092"/>
              </a:xfrm>
              <a:prstGeom prst="pie">
                <a:avLst>
                  <a:gd name="adj1" fmla="val 5400000"/>
                  <a:gd name="adj2" fmla="val 16200000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12619BE8-9FAD-D8C6-B655-EC57E95FA728}"/>
                  </a:ext>
                </a:extLst>
              </p:cNvPr>
              <p:cNvSpPr/>
              <p:nvPr/>
            </p:nvSpPr>
            <p:spPr>
              <a:xfrm>
                <a:off x="3601539" y="2225583"/>
                <a:ext cx="3168203" cy="888073"/>
              </a:xfrm>
              <a:prstGeom prst="roundRect">
                <a:avLst>
                  <a:gd name="adj" fmla="val 37054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6DB71C54-73BA-2DAD-404D-3FD1E5AE691B}"/>
                  </a:ext>
                </a:extLst>
              </p:cNvPr>
              <p:cNvSpPr/>
              <p:nvPr/>
            </p:nvSpPr>
            <p:spPr>
              <a:xfrm>
                <a:off x="3988852" y="1694329"/>
                <a:ext cx="2393577" cy="1998877"/>
              </a:xfrm>
              <a:prstGeom prst="roundRect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DD24C57B-2C98-AFBF-E974-B35083B3569E}"/>
                  </a:ext>
                </a:extLst>
              </p:cNvPr>
              <p:cNvSpPr/>
              <p:nvPr/>
            </p:nvSpPr>
            <p:spPr>
              <a:xfrm>
                <a:off x="4991984" y="727466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F428AA8D-2DA3-DBC1-868E-24481247BA7F}"/>
                  </a:ext>
                </a:extLst>
              </p:cNvPr>
              <p:cNvSpPr/>
              <p:nvPr/>
            </p:nvSpPr>
            <p:spPr>
              <a:xfrm>
                <a:off x="4351006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CCF24BE4-5D5D-B604-6F7C-D4BB1DB70514}"/>
                  </a:ext>
                </a:extLst>
              </p:cNvPr>
              <p:cNvSpPr/>
              <p:nvPr/>
            </p:nvSpPr>
            <p:spPr>
              <a:xfrm>
                <a:off x="5673300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506F624C-E4A6-2304-697A-5D47C7CF5C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031" y="3113656"/>
                <a:ext cx="799218" cy="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104EE-37C3-ACE2-77B3-81556CB35D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5641" y="1114779"/>
                <a:ext cx="0" cy="57955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D092E92-9785-E28D-FA57-FBA1850F3644}"/>
                </a:ext>
              </a:extLst>
            </p:cNvPr>
            <p:cNvSpPr txBox="1"/>
            <p:nvPr/>
          </p:nvSpPr>
          <p:spPr>
            <a:xfrm>
              <a:off x="4228940" y="1062682"/>
              <a:ext cx="23319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Agent 1: Data Summarizer </a:t>
              </a:r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E528FD7F-143C-F23F-227E-13C930DC80C7}"/>
              </a:ext>
            </a:extLst>
          </p:cNvPr>
          <p:cNvGrpSpPr/>
          <p:nvPr/>
        </p:nvGrpSpPr>
        <p:grpSpPr>
          <a:xfrm>
            <a:off x="3215549" y="1333183"/>
            <a:ext cx="2955481" cy="811402"/>
            <a:chOff x="3635003" y="1917976"/>
            <a:chExt cx="2955481" cy="811402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A42900F-9E80-E18D-2339-25419FF569AC}"/>
                </a:ext>
              </a:extLst>
            </p:cNvPr>
            <p:cNvGrpSpPr/>
            <p:nvPr/>
          </p:nvGrpSpPr>
          <p:grpSpPr>
            <a:xfrm>
              <a:off x="3635003" y="1917976"/>
              <a:ext cx="458598" cy="811402"/>
              <a:chOff x="3601539" y="727466"/>
              <a:chExt cx="3168203" cy="5605536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12" name="Pie 11">
                <a:extLst>
                  <a:ext uri="{FF2B5EF4-FFF2-40B4-BE49-F238E27FC236}">
                    <a16:creationId xmlns:a16="http://schemas.microsoft.com/office/drawing/2014/main" id="{3070A182-628A-22FF-8462-647FFFD3FDF7}"/>
                  </a:ext>
                </a:extLst>
              </p:cNvPr>
              <p:cNvSpPr/>
              <p:nvPr/>
            </p:nvSpPr>
            <p:spPr>
              <a:xfrm rot="5400000">
                <a:off x="3841594" y="3644910"/>
                <a:ext cx="2688092" cy="2688092"/>
              </a:xfrm>
              <a:prstGeom prst="pie">
                <a:avLst>
                  <a:gd name="adj1" fmla="val 5400000"/>
                  <a:gd name="adj2" fmla="val 16200000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38BB943F-A5F1-D0CA-541B-4E16629EB4C1}"/>
                  </a:ext>
                </a:extLst>
              </p:cNvPr>
              <p:cNvSpPr/>
              <p:nvPr/>
            </p:nvSpPr>
            <p:spPr>
              <a:xfrm>
                <a:off x="3601539" y="2225583"/>
                <a:ext cx="3168203" cy="888073"/>
              </a:xfrm>
              <a:prstGeom prst="roundRect">
                <a:avLst>
                  <a:gd name="adj" fmla="val 37054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FFEED06B-70E3-7AA8-64A3-2C2C35B36191}"/>
                  </a:ext>
                </a:extLst>
              </p:cNvPr>
              <p:cNvSpPr/>
              <p:nvPr/>
            </p:nvSpPr>
            <p:spPr>
              <a:xfrm>
                <a:off x="3988852" y="1694329"/>
                <a:ext cx="2393577" cy="1998877"/>
              </a:xfrm>
              <a:prstGeom prst="roundRect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AF09020-0444-666A-E227-B238B08E1DCE}"/>
                  </a:ext>
                </a:extLst>
              </p:cNvPr>
              <p:cNvSpPr/>
              <p:nvPr/>
            </p:nvSpPr>
            <p:spPr>
              <a:xfrm>
                <a:off x="4991984" y="727466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7AEAF25-B0DC-D806-73E2-89A0FF510AE2}"/>
                  </a:ext>
                </a:extLst>
              </p:cNvPr>
              <p:cNvSpPr/>
              <p:nvPr/>
            </p:nvSpPr>
            <p:spPr>
              <a:xfrm>
                <a:off x="4351006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8CB636D-796D-D683-D592-0057D7907670}"/>
                  </a:ext>
                </a:extLst>
              </p:cNvPr>
              <p:cNvSpPr/>
              <p:nvPr/>
            </p:nvSpPr>
            <p:spPr>
              <a:xfrm>
                <a:off x="5673300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46A291E-0B02-CBCC-C603-58FB99A614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031" y="3113656"/>
                <a:ext cx="799218" cy="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E5A9105-A923-AD0B-9E2D-F389F7967B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5641" y="1114779"/>
                <a:ext cx="0" cy="57955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684DF54E-514C-44FA-A440-8D5BD49F37B0}"/>
                </a:ext>
              </a:extLst>
            </p:cNvPr>
            <p:cNvSpPr txBox="1"/>
            <p:nvPr/>
          </p:nvSpPr>
          <p:spPr>
            <a:xfrm>
              <a:off x="4228940" y="2169789"/>
              <a:ext cx="236154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Agent 2: Keyword Extractor</a:t>
              </a:r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E4CFFE86-23DE-5A9F-92C5-E0E42BEBED7A}"/>
              </a:ext>
            </a:extLst>
          </p:cNvPr>
          <p:cNvGrpSpPr/>
          <p:nvPr/>
        </p:nvGrpSpPr>
        <p:grpSpPr>
          <a:xfrm>
            <a:off x="3215549" y="2575936"/>
            <a:ext cx="2998378" cy="811402"/>
            <a:chOff x="3635003" y="3039895"/>
            <a:chExt cx="2998378" cy="811402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4D643D2-B759-6225-3C0E-FE4A14385EB8}"/>
                </a:ext>
              </a:extLst>
            </p:cNvPr>
            <p:cNvGrpSpPr/>
            <p:nvPr/>
          </p:nvGrpSpPr>
          <p:grpSpPr>
            <a:xfrm>
              <a:off x="3635003" y="3039895"/>
              <a:ext cx="458598" cy="811402"/>
              <a:chOff x="3601539" y="727466"/>
              <a:chExt cx="3168203" cy="5605536"/>
            </a:xfrm>
            <a:solidFill>
              <a:schemeClr val="accent4">
                <a:lumMod val="20000"/>
                <a:lumOff val="80000"/>
              </a:schemeClr>
            </a:solidFill>
          </p:grpSpPr>
          <p:sp>
            <p:nvSpPr>
              <p:cNvPr id="19" name="Pie 18">
                <a:extLst>
                  <a:ext uri="{FF2B5EF4-FFF2-40B4-BE49-F238E27FC236}">
                    <a16:creationId xmlns:a16="http://schemas.microsoft.com/office/drawing/2014/main" id="{58F37D01-CD91-9968-DB72-18D0A34E4C8F}"/>
                  </a:ext>
                </a:extLst>
              </p:cNvPr>
              <p:cNvSpPr/>
              <p:nvPr/>
            </p:nvSpPr>
            <p:spPr>
              <a:xfrm rot="5400000">
                <a:off x="3841594" y="3644910"/>
                <a:ext cx="2688092" cy="2688092"/>
              </a:xfrm>
              <a:prstGeom prst="pie">
                <a:avLst>
                  <a:gd name="adj1" fmla="val 5400000"/>
                  <a:gd name="adj2" fmla="val 16200000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45EA8D11-D490-2CE6-F05C-D98EC92A34F1}"/>
                  </a:ext>
                </a:extLst>
              </p:cNvPr>
              <p:cNvSpPr/>
              <p:nvPr/>
            </p:nvSpPr>
            <p:spPr>
              <a:xfrm>
                <a:off x="3601539" y="2225583"/>
                <a:ext cx="3168203" cy="888073"/>
              </a:xfrm>
              <a:prstGeom prst="roundRect">
                <a:avLst>
                  <a:gd name="adj" fmla="val 37054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01F289CD-BB10-7D42-F7EE-090B969FA9EE}"/>
                  </a:ext>
                </a:extLst>
              </p:cNvPr>
              <p:cNvSpPr/>
              <p:nvPr/>
            </p:nvSpPr>
            <p:spPr>
              <a:xfrm>
                <a:off x="3988852" y="1694329"/>
                <a:ext cx="2393577" cy="1998877"/>
              </a:xfrm>
              <a:prstGeom prst="roundRect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6629DF1-E78F-29AA-D48A-08BF12D40A06}"/>
                  </a:ext>
                </a:extLst>
              </p:cNvPr>
              <p:cNvSpPr/>
              <p:nvPr/>
            </p:nvSpPr>
            <p:spPr>
              <a:xfrm>
                <a:off x="4991984" y="727466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1435D09-0499-DE8B-120E-74F1BC428D8A}"/>
                  </a:ext>
                </a:extLst>
              </p:cNvPr>
              <p:cNvSpPr/>
              <p:nvPr/>
            </p:nvSpPr>
            <p:spPr>
              <a:xfrm>
                <a:off x="4351006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924BB9E-1157-2E2C-8AA2-9E99EA1AA33B}"/>
                  </a:ext>
                </a:extLst>
              </p:cNvPr>
              <p:cNvSpPr/>
              <p:nvPr/>
            </p:nvSpPr>
            <p:spPr>
              <a:xfrm>
                <a:off x="5673300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1B6FC5F-564A-9B7F-09E3-BFA9D3CB15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031" y="3113656"/>
                <a:ext cx="799218" cy="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C6512AE-1DA1-A301-BD18-E13FC3AA50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5641" y="1114779"/>
                <a:ext cx="0" cy="57955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E846619-289B-27B8-CCBE-E54585644D7A}"/>
                </a:ext>
              </a:extLst>
            </p:cNvPr>
            <p:cNvSpPr txBox="1"/>
            <p:nvPr/>
          </p:nvSpPr>
          <p:spPr>
            <a:xfrm>
              <a:off x="4228940" y="3291708"/>
              <a:ext cx="24044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Agent 3: Evidence Retriever</a:t>
              </a: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CFBB474-A34E-9834-2601-B35EEC20EA90}"/>
              </a:ext>
            </a:extLst>
          </p:cNvPr>
          <p:cNvGrpSpPr/>
          <p:nvPr/>
        </p:nvGrpSpPr>
        <p:grpSpPr>
          <a:xfrm>
            <a:off x="3215549" y="3818689"/>
            <a:ext cx="3268772" cy="811402"/>
            <a:chOff x="3635003" y="4079927"/>
            <a:chExt cx="3268772" cy="81140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E9BDC1D-C2DF-00E4-B18E-7500B4B07574}"/>
                </a:ext>
              </a:extLst>
            </p:cNvPr>
            <p:cNvGrpSpPr/>
            <p:nvPr/>
          </p:nvGrpSpPr>
          <p:grpSpPr>
            <a:xfrm>
              <a:off x="3635003" y="4079927"/>
              <a:ext cx="458598" cy="811402"/>
              <a:chOff x="3601539" y="727466"/>
              <a:chExt cx="3168203" cy="5605536"/>
            </a:xfrm>
            <a:solidFill>
              <a:schemeClr val="bg2">
                <a:lumMod val="90000"/>
              </a:schemeClr>
            </a:solidFill>
          </p:grpSpPr>
          <p:sp>
            <p:nvSpPr>
              <p:cNvPr id="28" name="Pie 27">
                <a:extLst>
                  <a:ext uri="{FF2B5EF4-FFF2-40B4-BE49-F238E27FC236}">
                    <a16:creationId xmlns:a16="http://schemas.microsoft.com/office/drawing/2014/main" id="{8EBF37ED-580B-69C3-E2CD-47D55F4D8435}"/>
                  </a:ext>
                </a:extLst>
              </p:cNvPr>
              <p:cNvSpPr/>
              <p:nvPr/>
            </p:nvSpPr>
            <p:spPr>
              <a:xfrm rot="5400000">
                <a:off x="3841594" y="3644910"/>
                <a:ext cx="2688092" cy="2688092"/>
              </a:xfrm>
              <a:prstGeom prst="pie">
                <a:avLst>
                  <a:gd name="adj1" fmla="val 5400000"/>
                  <a:gd name="adj2" fmla="val 16200000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EFA3C619-E70A-AE48-F703-74309378A142}"/>
                  </a:ext>
                </a:extLst>
              </p:cNvPr>
              <p:cNvSpPr/>
              <p:nvPr/>
            </p:nvSpPr>
            <p:spPr>
              <a:xfrm>
                <a:off x="3601539" y="2225583"/>
                <a:ext cx="3168203" cy="888073"/>
              </a:xfrm>
              <a:prstGeom prst="roundRect">
                <a:avLst>
                  <a:gd name="adj" fmla="val 37054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403925D9-F6CB-5B9B-E62B-0BF58842915B}"/>
                  </a:ext>
                </a:extLst>
              </p:cNvPr>
              <p:cNvSpPr/>
              <p:nvPr/>
            </p:nvSpPr>
            <p:spPr>
              <a:xfrm>
                <a:off x="3988852" y="1694329"/>
                <a:ext cx="2393577" cy="1998877"/>
              </a:xfrm>
              <a:prstGeom prst="roundRect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7C8A347-8F5B-BF6C-74EF-CD7527117590}"/>
                  </a:ext>
                </a:extLst>
              </p:cNvPr>
              <p:cNvSpPr/>
              <p:nvPr/>
            </p:nvSpPr>
            <p:spPr>
              <a:xfrm>
                <a:off x="4991984" y="727466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54CA8804-F269-929A-A74E-C03DE2069DC2}"/>
                  </a:ext>
                </a:extLst>
              </p:cNvPr>
              <p:cNvSpPr/>
              <p:nvPr/>
            </p:nvSpPr>
            <p:spPr>
              <a:xfrm>
                <a:off x="4351006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BB683D1-C085-D058-7C69-0D92AC7BBE7C}"/>
                  </a:ext>
                </a:extLst>
              </p:cNvPr>
              <p:cNvSpPr/>
              <p:nvPr/>
            </p:nvSpPr>
            <p:spPr>
              <a:xfrm>
                <a:off x="5673300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318214F-228C-A78B-826B-7E6CC6DC30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031" y="3113656"/>
                <a:ext cx="799218" cy="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D76340-67F5-EB7E-E9BB-17D58DECC0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5641" y="1114779"/>
                <a:ext cx="0" cy="57955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4EF81A5-5653-E057-9EF5-63C30C0CCFE9}"/>
                </a:ext>
              </a:extLst>
            </p:cNvPr>
            <p:cNvSpPr txBox="1"/>
            <p:nvPr/>
          </p:nvSpPr>
          <p:spPr>
            <a:xfrm>
              <a:off x="4228940" y="4331740"/>
              <a:ext cx="267483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Agent 4: Literature </a:t>
              </a:r>
              <a:r>
                <a:rPr lang="en-US" sz="1400" b="1" dirty="0" err="1"/>
                <a:t>Synthesiser</a:t>
              </a:r>
              <a:endParaRPr lang="en-US" sz="1400" b="1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26B6D81D-3BE7-3FD3-951D-4928D11D9576}"/>
              </a:ext>
            </a:extLst>
          </p:cNvPr>
          <p:cNvGrpSpPr/>
          <p:nvPr/>
        </p:nvGrpSpPr>
        <p:grpSpPr>
          <a:xfrm>
            <a:off x="3215549" y="5061442"/>
            <a:ext cx="2540175" cy="811402"/>
            <a:chOff x="3635003" y="5324677"/>
            <a:chExt cx="2540175" cy="81140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C93B54-BC74-37C6-C0C2-0B13D1738E47}"/>
                </a:ext>
              </a:extLst>
            </p:cNvPr>
            <p:cNvGrpSpPr/>
            <p:nvPr/>
          </p:nvGrpSpPr>
          <p:grpSpPr>
            <a:xfrm>
              <a:off x="3635003" y="5324677"/>
              <a:ext cx="458598" cy="811402"/>
              <a:chOff x="3601539" y="727466"/>
              <a:chExt cx="3168203" cy="5605536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37" name="Pie 36">
                <a:extLst>
                  <a:ext uri="{FF2B5EF4-FFF2-40B4-BE49-F238E27FC236}">
                    <a16:creationId xmlns:a16="http://schemas.microsoft.com/office/drawing/2014/main" id="{1D55D3F1-B886-61FF-D30D-E7EDB2ACF6A6}"/>
                  </a:ext>
                </a:extLst>
              </p:cNvPr>
              <p:cNvSpPr/>
              <p:nvPr/>
            </p:nvSpPr>
            <p:spPr>
              <a:xfrm rot="5400000">
                <a:off x="3841594" y="3644910"/>
                <a:ext cx="2688092" cy="2688092"/>
              </a:xfrm>
              <a:prstGeom prst="pie">
                <a:avLst>
                  <a:gd name="adj1" fmla="val 5400000"/>
                  <a:gd name="adj2" fmla="val 16200000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73D26900-A747-4A63-A944-4FD8980F2994}"/>
                  </a:ext>
                </a:extLst>
              </p:cNvPr>
              <p:cNvSpPr/>
              <p:nvPr/>
            </p:nvSpPr>
            <p:spPr>
              <a:xfrm>
                <a:off x="3601539" y="2225583"/>
                <a:ext cx="3168203" cy="888073"/>
              </a:xfrm>
              <a:prstGeom prst="roundRect">
                <a:avLst>
                  <a:gd name="adj" fmla="val 37054"/>
                </a:avLst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ounded Rectangle 38">
                <a:extLst>
                  <a:ext uri="{FF2B5EF4-FFF2-40B4-BE49-F238E27FC236}">
                    <a16:creationId xmlns:a16="http://schemas.microsoft.com/office/drawing/2014/main" id="{BAB1F666-E5F7-A4EE-6B99-B0B4D8996B16}"/>
                  </a:ext>
                </a:extLst>
              </p:cNvPr>
              <p:cNvSpPr/>
              <p:nvPr/>
            </p:nvSpPr>
            <p:spPr>
              <a:xfrm>
                <a:off x="3988852" y="1694329"/>
                <a:ext cx="2393577" cy="1998877"/>
              </a:xfrm>
              <a:prstGeom prst="roundRect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362BA6E4-87AA-D396-4D5A-C247C713E887}"/>
                  </a:ext>
                </a:extLst>
              </p:cNvPr>
              <p:cNvSpPr/>
              <p:nvPr/>
            </p:nvSpPr>
            <p:spPr>
              <a:xfrm>
                <a:off x="4991984" y="727466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033F350B-1A78-B239-82FE-72EA58679F65}"/>
                  </a:ext>
                </a:extLst>
              </p:cNvPr>
              <p:cNvSpPr/>
              <p:nvPr/>
            </p:nvSpPr>
            <p:spPr>
              <a:xfrm>
                <a:off x="4351006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5676C1F-2EF1-7024-F6E2-6532CBE04B77}"/>
                  </a:ext>
                </a:extLst>
              </p:cNvPr>
              <p:cNvSpPr/>
              <p:nvPr/>
            </p:nvSpPr>
            <p:spPr>
              <a:xfrm>
                <a:off x="5673300" y="2183915"/>
                <a:ext cx="387313" cy="387313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939A419-5DD3-D855-CAA7-F65B1573F5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031" y="3113656"/>
                <a:ext cx="799218" cy="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D2660E1-8D36-C650-6884-E65F935F5B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5641" y="1114779"/>
                <a:ext cx="0" cy="579550"/>
              </a:xfrm>
              <a:prstGeom prst="line">
                <a:avLst/>
              </a:prstGeom>
              <a:grpFill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5BFF504-DF88-221B-857F-40D463538E49}"/>
                </a:ext>
              </a:extLst>
            </p:cNvPr>
            <p:cNvSpPr txBox="1"/>
            <p:nvPr/>
          </p:nvSpPr>
          <p:spPr>
            <a:xfrm>
              <a:off x="4228940" y="5576490"/>
              <a:ext cx="19462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Agent 5: Report writer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CC85C44-0DC5-555A-FCEA-909EDAAE3137}"/>
              </a:ext>
            </a:extLst>
          </p:cNvPr>
          <p:cNvGrpSpPr/>
          <p:nvPr/>
        </p:nvGrpSpPr>
        <p:grpSpPr>
          <a:xfrm>
            <a:off x="117194" y="3592989"/>
            <a:ext cx="2653875" cy="2721007"/>
            <a:chOff x="117194" y="3592989"/>
            <a:chExt cx="2653875" cy="2721007"/>
          </a:xfrm>
        </p:grpSpPr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71093F31-5DF8-7C73-5A7D-D666055F7397}"/>
                </a:ext>
              </a:extLst>
            </p:cNvPr>
            <p:cNvSpPr txBox="1"/>
            <p:nvPr/>
          </p:nvSpPr>
          <p:spPr>
            <a:xfrm>
              <a:off x="1241913" y="4603714"/>
              <a:ext cx="7505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Activity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1CB64F1-8B3A-5F32-F4EF-03581A4FDB85}"/>
                </a:ext>
              </a:extLst>
            </p:cNvPr>
            <p:cNvSpPr txBox="1"/>
            <p:nvPr/>
          </p:nvSpPr>
          <p:spPr>
            <a:xfrm>
              <a:off x="1241913" y="4884215"/>
              <a:ext cx="131715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Light Exposure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E6B54F9-D051-370C-10BF-4FD28961170D}"/>
                </a:ext>
              </a:extLst>
            </p:cNvPr>
            <p:cNvSpPr txBox="1"/>
            <p:nvPr/>
          </p:nvSpPr>
          <p:spPr>
            <a:xfrm>
              <a:off x="1242766" y="5164716"/>
              <a:ext cx="152830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>
                      <a:lumMod val="75000"/>
                    </a:schemeClr>
                  </a:solidFill>
                </a:rPr>
                <a:t>Skin Temperature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7BE556D-8031-DE66-95FB-63A5D8CE3332}"/>
                </a:ext>
              </a:extLst>
            </p:cNvPr>
            <p:cNvSpPr txBox="1"/>
            <p:nvPr/>
          </p:nvSpPr>
          <p:spPr>
            <a:xfrm>
              <a:off x="1228271" y="5445217"/>
              <a:ext cx="8613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>
                      <a:lumMod val="75000"/>
                    </a:schemeClr>
                  </a:solidFill>
                </a:rPr>
                <a:t>Hart rate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00B1274-E922-D6B1-3D99-B8E719585090}"/>
                </a:ext>
              </a:extLst>
            </p:cNvPr>
            <p:cNvSpPr txBox="1"/>
            <p:nvPr/>
          </p:nvSpPr>
          <p:spPr>
            <a:xfrm>
              <a:off x="1228271" y="5725718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>
                      <a:lumMod val="75000"/>
                    </a:schemeClr>
                  </a:solidFill>
                </a:rPr>
                <a:t>SpO2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CA4AFEB-84EB-9522-CEB1-BB7C420D2C37}"/>
                </a:ext>
              </a:extLst>
            </p:cNvPr>
            <p:cNvSpPr txBox="1"/>
            <p:nvPr/>
          </p:nvSpPr>
          <p:spPr>
            <a:xfrm>
              <a:off x="1241913" y="6006219"/>
              <a:ext cx="3321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>
                      <a:lumMod val="75000"/>
                    </a:schemeClr>
                  </a:solidFill>
                </a:rPr>
                <a:t>…</a:t>
              </a:r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A09F8C4-04D5-DC8F-2654-CD0D02F29E66}"/>
                </a:ext>
              </a:extLst>
            </p:cNvPr>
            <p:cNvGrpSpPr/>
            <p:nvPr/>
          </p:nvGrpSpPr>
          <p:grpSpPr>
            <a:xfrm>
              <a:off x="117194" y="3592989"/>
              <a:ext cx="1737512" cy="1223727"/>
              <a:chOff x="-341349" y="3735895"/>
              <a:chExt cx="2244505" cy="1580801"/>
            </a:xfrm>
          </p:grpSpPr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510C95C8-E958-E36E-695A-A6BB2471F696}"/>
                  </a:ext>
                </a:extLst>
              </p:cNvPr>
              <p:cNvGrpSpPr/>
              <p:nvPr/>
            </p:nvGrpSpPr>
            <p:grpSpPr>
              <a:xfrm>
                <a:off x="988756" y="4064868"/>
                <a:ext cx="914400" cy="914400"/>
                <a:chOff x="643054" y="1130099"/>
                <a:chExt cx="914400" cy="914400"/>
              </a:xfrm>
            </p:grpSpPr>
            <p:pic>
              <p:nvPicPr>
                <p:cNvPr id="91" name="Graphic 90" descr="Watch outline">
                  <a:extLst>
                    <a:ext uri="{FF2B5EF4-FFF2-40B4-BE49-F238E27FC236}">
                      <a16:creationId xmlns:a16="http://schemas.microsoft.com/office/drawing/2014/main" id="{3FC35828-3E7A-D7D4-F28B-DA4F283865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3054" y="1130099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3A978F19-C7BB-CDD5-6F6A-004F0EF369B8}"/>
                    </a:ext>
                  </a:extLst>
                </p:cNvPr>
                <p:cNvSpPr/>
                <p:nvPr/>
              </p:nvSpPr>
              <p:spPr>
                <a:xfrm>
                  <a:off x="924517" y="1394640"/>
                  <a:ext cx="398196" cy="39819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pic>
            <p:nvPicPr>
              <p:cNvPr id="103" name="Graphic 102" descr="Man outline">
                <a:extLst>
                  <a:ext uri="{FF2B5EF4-FFF2-40B4-BE49-F238E27FC236}">
                    <a16:creationId xmlns:a16="http://schemas.microsoft.com/office/drawing/2014/main" id="{EFD2397C-4458-39B0-F089-72A3D3362F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43974" y="3735895"/>
                <a:ext cx="1580801" cy="1580801"/>
              </a:xfrm>
              <a:prstGeom prst="rect">
                <a:avLst/>
              </a:prstGeom>
            </p:spPr>
          </p:pic>
          <p:pic>
            <p:nvPicPr>
              <p:cNvPr id="105" name="Graphic 104" descr="Woman outline">
                <a:extLst>
                  <a:ext uri="{FF2B5EF4-FFF2-40B4-BE49-F238E27FC236}">
                    <a16:creationId xmlns:a16="http://schemas.microsoft.com/office/drawing/2014/main" id="{CC14219C-8A92-0255-95DD-98AF1458DC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p:blipFill>
            <p:spPr>
              <a:xfrm>
                <a:off x="-341349" y="3735895"/>
                <a:ext cx="1580801" cy="1580801"/>
              </a:xfrm>
              <a:prstGeom prst="rect">
                <a:avLst/>
              </a:prstGeom>
            </p:spPr>
          </p:pic>
        </p:grp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40D6C719-2E53-3A7E-0585-3B9DAE653EC9}"/>
              </a:ext>
            </a:extLst>
          </p:cNvPr>
          <p:cNvGrpSpPr/>
          <p:nvPr/>
        </p:nvGrpSpPr>
        <p:grpSpPr>
          <a:xfrm>
            <a:off x="261781" y="1687234"/>
            <a:ext cx="2691270" cy="1423154"/>
            <a:chOff x="356731" y="1909525"/>
            <a:chExt cx="2691270" cy="1423154"/>
          </a:xfrm>
        </p:grpSpPr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350C3CA-BEDE-D853-C680-347694E20A15}"/>
                </a:ext>
              </a:extLst>
            </p:cNvPr>
            <p:cNvSpPr txBox="1"/>
            <p:nvPr/>
          </p:nvSpPr>
          <p:spPr>
            <a:xfrm>
              <a:off x="356731" y="2809459"/>
              <a:ext cx="269127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Deterministic preprocessing &amp; circadian metrics computation</a:t>
              </a:r>
              <a:endParaRPr lang="en-US" sz="1100" dirty="0"/>
            </a:p>
          </p:txBody>
        </p:sp>
        <p:pic>
          <p:nvPicPr>
            <p:cNvPr id="131" name="Graphic 130" descr="Gears outline">
              <a:extLst>
                <a:ext uri="{FF2B5EF4-FFF2-40B4-BE49-F238E27FC236}">
                  <a16:creationId xmlns:a16="http://schemas.microsoft.com/office/drawing/2014/main" id="{C5E640EC-D033-E37E-7240-0140E6732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161265" y="1909525"/>
              <a:ext cx="914400" cy="914400"/>
            </a:xfrm>
            <a:prstGeom prst="rect">
              <a:avLst/>
            </a:prstGeom>
          </p:spPr>
        </p:pic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3E95CDEC-B3EF-CEE1-CA24-C6B352726EA2}"/>
              </a:ext>
            </a:extLst>
          </p:cNvPr>
          <p:cNvGrpSpPr/>
          <p:nvPr/>
        </p:nvGrpSpPr>
        <p:grpSpPr>
          <a:xfrm>
            <a:off x="845418" y="0"/>
            <a:ext cx="1523997" cy="1208940"/>
            <a:chOff x="820519" y="263235"/>
            <a:chExt cx="1523997" cy="1208940"/>
          </a:xfrm>
        </p:grpSpPr>
        <p:pic>
          <p:nvPicPr>
            <p:cNvPr id="133" name="Graphic 132" descr="Document outline">
              <a:extLst>
                <a:ext uri="{FF2B5EF4-FFF2-40B4-BE49-F238E27FC236}">
                  <a16:creationId xmlns:a16="http://schemas.microsoft.com/office/drawing/2014/main" id="{CCD23271-044A-D915-8C03-B9DC64442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239452" y="263235"/>
              <a:ext cx="690647" cy="690647"/>
            </a:xfrm>
            <a:prstGeom prst="rect">
              <a:avLst/>
            </a:prstGeom>
          </p:spPr>
        </p:pic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572FA06-F12C-4739-10B3-799F8E94DB8A}"/>
                </a:ext>
              </a:extLst>
            </p:cNvPr>
            <p:cNvSpPr txBox="1"/>
            <p:nvPr/>
          </p:nvSpPr>
          <p:spPr>
            <a:xfrm>
              <a:off x="820519" y="948955"/>
              <a:ext cx="152399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Machine friendly format text</a:t>
              </a:r>
            </a:p>
          </p:txBody>
        </p:sp>
      </p:grpSp>
      <p:sp>
        <p:nvSpPr>
          <p:cNvPr id="156" name="Up Arrow 155">
            <a:extLst>
              <a:ext uri="{FF2B5EF4-FFF2-40B4-BE49-F238E27FC236}">
                <a16:creationId xmlns:a16="http://schemas.microsoft.com/office/drawing/2014/main" id="{210D244E-32F0-98E2-A835-8DA1643B18EE}"/>
              </a:ext>
            </a:extLst>
          </p:cNvPr>
          <p:cNvSpPr/>
          <p:nvPr/>
        </p:nvSpPr>
        <p:spPr>
          <a:xfrm>
            <a:off x="1435970" y="1276920"/>
            <a:ext cx="188299" cy="370490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Bent Arrow 167">
            <a:extLst>
              <a:ext uri="{FF2B5EF4-FFF2-40B4-BE49-F238E27FC236}">
                <a16:creationId xmlns:a16="http://schemas.microsoft.com/office/drawing/2014/main" id="{3591E4C4-69CE-62F3-767B-909C1BF9A75C}"/>
              </a:ext>
            </a:extLst>
          </p:cNvPr>
          <p:cNvSpPr/>
          <p:nvPr/>
        </p:nvSpPr>
        <p:spPr>
          <a:xfrm flipV="1">
            <a:off x="3374601" y="5755861"/>
            <a:ext cx="4982580" cy="1062950"/>
          </a:xfrm>
          <a:prstGeom prst="bentArrow">
            <a:avLst>
              <a:gd name="adj1" fmla="val 12663"/>
              <a:gd name="adj2" fmla="val 13325"/>
              <a:gd name="adj3" fmla="val 21313"/>
              <a:gd name="adj4" fmla="val 4375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5D75E057-24A5-3566-0CFF-4B35000B2365}"/>
              </a:ext>
            </a:extLst>
          </p:cNvPr>
          <p:cNvGrpSpPr/>
          <p:nvPr/>
        </p:nvGrpSpPr>
        <p:grpSpPr>
          <a:xfrm>
            <a:off x="7620224" y="3827128"/>
            <a:ext cx="2719651" cy="811402"/>
            <a:chOff x="7166492" y="4038935"/>
            <a:chExt cx="2719651" cy="811402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74FC08DD-33ED-6233-C098-B1781E2C93F4}"/>
                </a:ext>
              </a:extLst>
            </p:cNvPr>
            <p:cNvGrpSpPr/>
            <p:nvPr/>
          </p:nvGrpSpPr>
          <p:grpSpPr>
            <a:xfrm>
              <a:off x="7166492" y="4038935"/>
              <a:ext cx="458598" cy="811402"/>
              <a:chOff x="3601539" y="727466"/>
              <a:chExt cx="3168203" cy="5605536"/>
            </a:xfrm>
          </p:grpSpPr>
          <p:sp>
            <p:nvSpPr>
              <p:cNvPr id="177" name="Pie 176">
                <a:extLst>
                  <a:ext uri="{FF2B5EF4-FFF2-40B4-BE49-F238E27FC236}">
                    <a16:creationId xmlns:a16="http://schemas.microsoft.com/office/drawing/2014/main" id="{7F514958-F784-F3B6-665A-52D299C6B341}"/>
                  </a:ext>
                </a:extLst>
              </p:cNvPr>
              <p:cNvSpPr/>
              <p:nvPr/>
            </p:nvSpPr>
            <p:spPr>
              <a:xfrm rot="5400000">
                <a:off x="3841594" y="3644910"/>
                <a:ext cx="2688092" cy="2688092"/>
              </a:xfrm>
              <a:prstGeom prst="pie">
                <a:avLst>
                  <a:gd name="adj1" fmla="val 5400000"/>
                  <a:gd name="adj2" fmla="val 16200000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8" name="Rounded Rectangle 177">
                <a:extLst>
                  <a:ext uri="{FF2B5EF4-FFF2-40B4-BE49-F238E27FC236}">
                    <a16:creationId xmlns:a16="http://schemas.microsoft.com/office/drawing/2014/main" id="{6A00D1F4-73D7-4178-7742-E5F0450C3DF0}"/>
                  </a:ext>
                </a:extLst>
              </p:cNvPr>
              <p:cNvSpPr/>
              <p:nvPr/>
            </p:nvSpPr>
            <p:spPr>
              <a:xfrm>
                <a:off x="3601539" y="2225583"/>
                <a:ext cx="3168203" cy="888073"/>
              </a:xfrm>
              <a:prstGeom prst="roundRect">
                <a:avLst>
                  <a:gd name="adj" fmla="val 37054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Rounded Rectangle 178">
                <a:extLst>
                  <a:ext uri="{FF2B5EF4-FFF2-40B4-BE49-F238E27FC236}">
                    <a16:creationId xmlns:a16="http://schemas.microsoft.com/office/drawing/2014/main" id="{9D5D12E3-5565-AE83-C3A6-F1AD255EC0A0}"/>
                  </a:ext>
                </a:extLst>
              </p:cNvPr>
              <p:cNvSpPr/>
              <p:nvPr/>
            </p:nvSpPr>
            <p:spPr>
              <a:xfrm>
                <a:off x="3988852" y="1694329"/>
                <a:ext cx="2393577" cy="1998877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81619E2D-1AD6-0CD1-717D-7A9FDAE14986}"/>
                  </a:ext>
                </a:extLst>
              </p:cNvPr>
              <p:cNvSpPr/>
              <p:nvPr/>
            </p:nvSpPr>
            <p:spPr>
              <a:xfrm>
                <a:off x="4991984" y="727466"/>
                <a:ext cx="387313" cy="38731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90D0649B-CB4C-270E-B549-14A23225FD6A}"/>
                  </a:ext>
                </a:extLst>
              </p:cNvPr>
              <p:cNvSpPr/>
              <p:nvPr/>
            </p:nvSpPr>
            <p:spPr>
              <a:xfrm>
                <a:off x="4351006" y="2183915"/>
                <a:ext cx="387313" cy="38731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BA8AAEA0-9254-7981-E6F9-7B8025820119}"/>
                  </a:ext>
                </a:extLst>
              </p:cNvPr>
              <p:cNvSpPr/>
              <p:nvPr/>
            </p:nvSpPr>
            <p:spPr>
              <a:xfrm>
                <a:off x="5673300" y="2183915"/>
                <a:ext cx="387313" cy="38731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67D2C886-4EB6-8ED5-E49E-6B18CD9BB2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031" y="3113656"/>
                <a:ext cx="799218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E2B9302C-9C92-AB1B-7493-F0B1814140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5641" y="1114779"/>
                <a:ext cx="0" cy="57955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2DD1010D-62DC-E44D-06BC-5B9922CEFE80}"/>
                </a:ext>
              </a:extLst>
            </p:cNvPr>
            <p:cNvSpPr txBox="1"/>
            <p:nvPr/>
          </p:nvSpPr>
          <p:spPr>
            <a:xfrm>
              <a:off x="7734512" y="4183026"/>
              <a:ext cx="215163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Agent 6: Symptom-Metric Linker (Optional)</a:t>
              </a:r>
            </a:p>
          </p:txBody>
        </p:sp>
      </p:grpSp>
      <p:sp>
        <p:nvSpPr>
          <p:cNvPr id="195" name="Bent Arrow 194">
            <a:extLst>
              <a:ext uri="{FF2B5EF4-FFF2-40B4-BE49-F238E27FC236}">
                <a16:creationId xmlns:a16="http://schemas.microsoft.com/office/drawing/2014/main" id="{6F25A2A9-104A-4D07-24A4-65C1B2AF526A}"/>
              </a:ext>
            </a:extLst>
          </p:cNvPr>
          <p:cNvSpPr/>
          <p:nvPr/>
        </p:nvSpPr>
        <p:spPr>
          <a:xfrm rot="5400000">
            <a:off x="5348125" y="1296992"/>
            <a:ext cx="3393584" cy="1672347"/>
          </a:xfrm>
          <a:prstGeom prst="bentArrow">
            <a:avLst>
              <a:gd name="adj1" fmla="val 8199"/>
              <a:gd name="adj2" fmla="val 16741"/>
              <a:gd name="adj3" fmla="val 16347"/>
              <a:gd name="adj4" fmla="val 2801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7" name="Bent Arrow 196">
            <a:extLst>
              <a:ext uri="{FF2B5EF4-FFF2-40B4-BE49-F238E27FC236}">
                <a16:creationId xmlns:a16="http://schemas.microsoft.com/office/drawing/2014/main" id="{2B4C0B1B-6276-3BA6-F631-B875A67D3202}"/>
              </a:ext>
            </a:extLst>
          </p:cNvPr>
          <p:cNvSpPr/>
          <p:nvPr/>
        </p:nvSpPr>
        <p:spPr>
          <a:xfrm rot="5400000">
            <a:off x="6539722" y="2593501"/>
            <a:ext cx="847135" cy="1509095"/>
          </a:xfrm>
          <a:prstGeom prst="bentArrow">
            <a:avLst>
              <a:gd name="adj1" fmla="val 14747"/>
              <a:gd name="adj2" fmla="val 16741"/>
              <a:gd name="adj3" fmla="val 16347"/>
              <a:gd name="adj4" fmla="val 2801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8" name="Bent Arrow 197">
            <a:extLst>
              <a:ext uri="{FF2B5EF4-FFF2-40B4-BE49-F238E27FC236}">
                <a16:creationId xmlns:a16="http://schemas.microsoft.com/office/drawing/2014/main" id="{3C5972F6-E7C5-BA94-47D5-E214B28D36DE}"/>
              </a:ext>
            </a:extLst>
          </p:cNvPr>
          <p:cNvSpPr/>
          <p:nvPr/>
        </p:nvSpPr>
        <p:spPr>
          <a:xfrm rot="5400000" flipV="1">
            <a:off x="7471131" y="2577290"/>
            <a:ext cx="1708471" cy="776009"/>
          </a:xfrm>
          <a:prstGeom prst="bentArrow">
            <a:avLst>
              <a:gd name="adj1" fmla="val 17001"/>
              <a:gd name="adj2" fmla="val 35799"/>
              <a:gd name="adj3" fmla="val 34333"/>
              <a:gd name="adj4" fmla="val 29829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9" name="Up Arrow 198">
            <a:extLst>
              <a:ext uri="{FF2B5EF4-FFF2-40B4-BE49-F238E27FC236}">
                <a16:creationId xmlns:a16="http://schemas.microsoft.com/office/drawing/2014/main" id="{662B4AC6-AA0C-4E54-6539-3386BE539E18}"/>
              </a:ext>
            </a:extLst>
          </p:cNvPr>
          <p:cNvSpPr/>
          <p:nvPr/>
        </p:nvSpPr>
        <p:spPr>
          <a:xfrm rot="16200000">
            <a:off x="6812982" y="3639680"/>
            <a:ext cx="268678" cy="1202614"/>
          </a:xfrm>
          <a:prstGeom prst="up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Graphic 1" descr="Open book outline">
            <a:extLst>
              <a:ext uri="{FF2B5EF4-FFF2-40B4-BE49-F238E27FC236}">
                <a16:creationId xmlns:a16="http://schemas.microsoft.com/office/drawing/2014/main" id="{A0E6C95F-32DA-E96D-EEC3-4DAAD8F8F406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807357" y="2351666"/>
            <a:ext cx="572814" cy="572814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EB8E2CB-215E-7DE9-8B1F-6B74686A7E2A}"/>
              </a:ext>
            </a:extLst>
          </p:cNvPr>
          <p:cNvSpPr/>
          <p:nvPr/>
        </p:nvSpPr>
        <p:spPr>
          <a:xfrm>
            <a:off x="3862800" y="644113"/>
            <a:ext cx="3322878" cy="94088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D1EE861-F13A-1A14-7917-E19BF9E0F0AB}"/>
              </a:ext>
            </a:extLst>
          </p:cNvPr>
          <p:cNvSpPr/>
          <p:nvPr/>
        </p:nvSpPr>
        <p:spPr>
          <a:xfrm>
            <a:off x="3862800" y="1895733"/>
            <a:ext cx="3322878" cy="94088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5CF90BA-2931-C2C6-E70E-D568D14E9B5C}"/>
              </a:ext>
            </a:extLst>
          </p:cNvPr>
          <p:cNvSpPr/>
          <p:nvPr/>
        </p:nvSpPr>
        <p:spPr>
          <a:xfrm>
            <a:off x="3858950" y="3165765"/>
            <a:ext cx="3322878" cy="94088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5D4A2E1-8C21-3E90-FCF2-4E2CA4FCE4BD}"/>
              </a:ext>
            </a:extLst>
          </p:cNvPr>
          <p:cNvSpPr/>
          <p:nvPr/>
        </p:nvSpPr>
        <p:spPr>
          <a:xfrm>
            <a:off x="3871614" y="4375326"/>
            <a:ext cx="3322878" cy="94088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EEA4F02-2016-D3C3-1946-E674ADBE676F}"/>
              </a:ext>
            </a:extLst>
          </p:cNvPr>
          <p:cNvSpPr/>
          <p:nvPr/>
        </p:nvSpPr>
        <p:spPr>
          <a:xfrm>
            <a:off x="3809486" y="5601204"/>
            <a:ext cx="3322878" cy="94088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Up Arrow 15">
            <a:extLst>
              <a:ext uri="{FF2B5EF4-FFF2-40B4-BE49-F238E27FC236}">
                <a16:creationId xmlns:a16="http://schemas.microsoft.com/office/drawing/2014/main" id="{08ABF3D7-7C5D-1AD6-1612-CD9B415ABE54}"/>
              </a:ext>
            </a:extLst>
          </p:cNvPr>
          <p:cNvSpPr/>
          <p:nvPr/>
        </p:nvSpPr>
        <p:spPr>
          <a:xfrm>
            <a:off x="1435970" y="3145861"/>
            <a:ext cx="188299" cy="370490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Up Arrow 44">
            <a:extLst>
              <a:ext uri="{FF2B5EF4-FFF2-40B4-BE49-F238E27FC236}">
                <a16:creationId xmlns:a16="http://schemas.microsoft.com/office/drawing/2014/main" id="{0C0BDE48-D79B-DA51-11A9-F60A886BBF0F}"/>
              </a:ext>
            </a:extLst>
          </p:cNvPr>
          <p:cNvSpPr/>
          <p:nvPr/>
        </p:nvSpPr>
        <p:spPr>
          <a:xfrm rot="5400000">
            <a:off x="2512279" y="251128"/>
            <a:ext cx="188299" cy="370490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56FE6222-342B-9CC7-891B-4DADE0BECA32}"/>
              </a:ext>
            </a:extLst>
          </p:cNvPr>
          <p:cNvSpPr/>
          <p:nvPr/>
        </p:nvSpPr>
        <p:spPr>
          <a:xfrm>
            <a:off x="8150603" y="4489642"/>
            <a:ext cx="3322878" cy="94088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Up Arrow 46">
            <a:extLst>
              <a:ext uri="{FF2B5EF4-FFF2-40B4-BE49-F238E27FC236}">
                <a16:creationId xmlns:a16="http://schemas.microsoft.com/office/drawing/2014/main" id="{2C12186F-1449-E31C-3CE6-CC4E3288948A}"/>
              </a:ext>
            </a:extLst>
          </p:cNvPr>
          <p:cNvSpPr/>
          <p:nvPr/>
        </p:nvSpPr>
        <p:spPr>
          <a:xfrm rot="10800000">
            <a:off x="3344457" y="843576"/>
            <a:ext cx="188299" cy="370490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Up Arrow 47">
            <a:extLst>
              <a:ext uri="{FF2B5EF4-FFF2-40B4-BE49-F238E27FC236}">
                <a16:creationId xmlns:a16="http://schemas.microsoft.com/office/drawing/2014/main" id="{F818634E-F62D-86C2-F3CA-2EA5F3A18B45}"/>
              </a:ext>
            </a:extLst>
          </p:cNvPr>
          <p:cNvSpPr/>
          <p:nvPr/>
        </p:nvSpPr>
        <p:spPr>
          <a:xfrm rot="10800000">
            <a:off x="3349855" y="2092090"/>
            <a:ext cx="188299" cy="370490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Up Arrow 48">
            <a:extLst>
              <a:ext uri="{FF2B5EF4-FFF2-40B4-BE49-F238E27FC236}">
                <a16:creationId xmlns:a16="http://schemas.microsoft.com/office/drawing/2014/main" id="{ADAC1E47-B981-2906-37F0-5817391318D8}"/>
              </a:ext>
            </a:extLst>
          </p:cNvPr>
          <p:cNvSpPr/>
          <p:nvPr/>
        </p:nvSpPr>
        <p:spPr>
          <a:xfrm rot="10800000">
            <a:off x="3344457" y="3340605"/>
            <a:ext cx="188299" cy="370490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Up Arrow 49">
            <a:extLst>
              <a:ext uri="{FF2B5EF4-FFF2-40B4-BE49-F238E27FC236}">
                <a16:creationId xmlns:a16="http://schemas.microsoft.com/office/drawing/2014/main" id="{A25627F7-0E47-CBF6-186B-B40B1E762CF9}"/>
              </a:ext>
            </a:extLst>
          </p:cNvPr>
          <p:cNvSpPr/>
          <p:nvPr/>
        </p:nvSpPr>
        <p:spPr>
          <a:xfrm rot="10800000">
            <a:off x="3344457" y="4574726"/>
            <a:ext cx="188299" cy="370490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F4E609-7DCE-5139-1EEA-0F3D35F36719}"/>
              </a:ext>
            </a:extLst>
          </p:cNvPr>
          <p:cNvSpPr txBox="1"/>
          <p:nvPr/>
        </p:nvSpPr>
        <p:spPr>
          <a:xfrm>
            <a:off x="3871613" y="874960"/>
            <a:ext cx="33094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Condenses the metric table into a clinical narrative (~400 words)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315C2A5-ABE1-20E2-F355-D14E3EAEB3A7}"/>
              </a:ext>
            </a:extLst>
          </p:cNvPr>
          <p:cNvSpPr txBox="1"/>
          <p:nvPr/>
        </p:nvSpPr>
        <p:spPr>
          <a:xfrm>
            <a:off x="3866559" y="1968116"/>
            <a:ext cx="33145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Generates PubMed search queries; validates and cleans output; when anamnesis is present, generates a mixed set of 3 metric-focused and 2 symptom-plus-metric queries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341EB0-2388-C40D-EEE5-4836B635B694}"/>
              </a:ext>
            </a:extLst>
          </p:cNvPr>
          <p:cNvSpPr txBox="1"/>
          <p:nvPr/>
        </p:nvSpPr>
        <p:spPr>
          <a:xfrm>
            <a:off x="3873002" y="3322520"/>
            <a:ext cx="330807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Retrieves abstracts via NCBI PubMed E-utilities and filters out off-topic results with a fast local LLM relevance pass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BF53C8C-2633-6E7D-1F25-FC26DCC71853}"/>
              </a:ext>
            </a:extLst>
          </p:cNvPr>
          <p:cNvSpPr txBox="1"/>
          <p:nvPr/>
        </p:nvSpPr>
        <p:spPr>
          <a:xfrm>
            <a:off x="3800752" y="5695055"/>
            <a:ext cx="331336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Produces a structured narrative in the chosen register; includes a "Symptom-Metric Correlation" section when Agent 6 is active; concludes with a numbered PubMed reference list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F6369C-797C-415A-AF7D-7A5EA295428E}"/>
              </a:ext>
            </a:extLst>
          </p:cNvPr>
          <p:cNvSpPr txBox="1"/>
          <p:nvPr/>
        </p:nvSpPr>
        <p:spPr>
          <a:xfrm>
            <a:off x="3867420" y="4630542"/>
            <a:ext cx="33192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Links retrieved evidence to individual metric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9F02B3F-02BD-E619-F5BD-FF138F83A1C9}"/>
              </a:ext>
            </a:extLst>
          </p:cNvPr>
          <p:cNvSpPr txBox="1"/>
          <p:nvPr/>
        </p:nvSpPr>
        <p:spPr>
          <a:xfrm>
            <a:off x="8121782" y="4509960"/>
            <a:ext cx="332287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When a patient anamnesis is provided for Doctor or Expert output, maps each reported symptom to the most relevant metric change ($\Delta$) and supporting PubMed abstract; explicitly flags symptoms with no literature match for further workup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1F175FA1-10EC-868D-5925-614AE5B7B07D}"/>
              </a:ext>
            </a:extLst>
          </p:cNvPr>
          <p:cNvGrpSpPr/>
          <p:nvPr/>
        </p:nvGrpSpPr>
        <p:grpSpPr>
          <a:xfrm>
            <a:off x="8456716" y="96170"/>
            <a:ext cx="1892673" cy="1340136"/>
            <a:chOff x="4515843" y="2696982"/>
            <a:chExt cx="2416655" cy="1711148"/>
          </a:xfrm>
        </p:grpSpPr>
        <p:pic>
          <p:nvPicPr>
            <p:cNvPr id="89" name="Graphic 88" descr="Doctor female outline">
              <a:extLst>
                <a:ext uri="{FF2B5EF4-FFF2-40B4-BE49-F238E27FC236}">
                  <a16:creationId xmlns:a16="http://schemas.microsoft.com/office/drawing/2014/main" id="{65C34964-6666-738A-A5A8-8F2794A7E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16961" y="3254853"/>
              <a:ext cx="914400" cy="914400"/>
            </a:xfrm>
            <a:prstGeom prst="rect">
              <a:avLst/>
            </a:prstGeom>
          </p:spPr>
        </p:pic>
        <p:pic>
          <p:nvPicPr>
            <p:cNvPr id="90" name="Graphic 89" descr="Doctor male outline">
              <a:extLst>
                <a:ext uri="{FF2B5EF4-FFF2-40B4-BE49-F238E27FC236}">
                  <a16:creationId xmlns:a16="http://schemas.microsoft.com/office/drawing/2014/main" id="{C0AC9128-9FF0-734B-2593-ED302C8A1B2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018098" y="3282625"/>
              <a:ext cx="914400" cy="914400"/>
            </a:xfrm>
            <a:prstGeom prst="rect">
              <a:avLst/>
            </a:prstGeom>
          </p:spPr>
        </p:pic>
        <p:pic>
          <p:nvPicPr>
            <p:cNvPr id="92" name="Graphic 91" descr="Scientist male outline">
              <a:extLst>
                <a:ext uri="{FF2B5EF4-FFF2-40B4-BE49-F238E27FC236}">
                  <a16:creationId xmlns:a16="http://schemas.microsoft.com/office/drawing/2014/main" id="{6251474A-1C7B-DFAA-E256-D59E90927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014557" y="3493730"/>
              <a:ext cx="914400" cy="914400"/>
            </a:xfrm>
            <a:prstGeom prst="rect">
              <a:avLst/>
            </a:prstGeom>
          </p:spPr>
        </p:pic>
        <p:pic>
          <p:nvPicPr>
            <p:cNvPr id="101" name="Graphic 100" descr="Scientist female outline">
              <a:extLst>
                <a:ext uri="{FF2B5EF4-FFF2-40B4-BE49-F238E27FC236}">
                  <a16:creationId xmlns:a16="http://schemas.microsoft.com/office/drawing/2014/main" id="{70BDA5F2-4129-CE54-9262-03CF8F6D1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4515843" y="3493730"/>
              <a:ext cx="914400" cy="914400"/>
            </a:xfrm>
            <a:prstGeom prst="rect">
              <a:avLst/>
            </a:prstGeom>
          </p:spPr>
        </p:pic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A43E570-B099-6F4B-1850-F19C64EF8935}"/>
                </a:ext>
              </a:extLst>
            </p:cNvPr>
            <p:cNvSpPr txBox="1"/>
            <p:nvPr/>
          </p:nvSpPr>
          <p:spPr>
            <a:xfrm>
              <a:off x="5796367" y="2696982"/>
              <a:ext cx="1024541" cy="66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Medical</a:t>
              </a:r>
            </a:p>
            <a:p>
              <a:pPr algn="ctr"/>
              <a:r>
                <a:rPr lang="en-US" sz="1400" dirty="0"/>
                <a:t>Doctors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AE13A7F-C24F-6B8D-F73F-E4171A769817}"/>
                </a:ext>
              </a:extLst>
            </p:cNvPr>
            <p:cNvSpPr txBox="1"/>
            <p:nvPr/>
          </p:nvSpPr>
          <p:spPr>
            <a:xfrm>
              <a:off x="4723850" y="3204230"/>
              <a:ext cx="1183816" cy="392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Experts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61998A7-8CE8-69FC-B52A-5F6E57B53585}"/>
              </a:ext>
            </a:extLst>
          </p:cNvPr>
          <p:cNvGrpSpPr/>
          <p:nvPr/>
        </p:nvGrpSpPr>
        <p:grpSpPr>
          <a:xfrm>
            <a:off x="8743364" y="1873892"/>
            <a:ext cx="1426779" cy="943702"/>
            <a:chOff x="7781753" y="2214478"/>
            <a:chExt cx="1426779" cy="943702"/>
          </a:xfrm>
        </p:grpSpPr>
        <p:pic>
          <p:nvPicPr>
            <p:cNvPr id="107" name="Graphic 106" descr="Document outline">
              <a:extLst>
                <a:ext uri="{FF2B5EF4-FFF2-40B4-BE49-F238E27FC236}">
                  <a16:creationId xmlns:a16="http://schemas.microsoft.com/office/drawing/2014/main" id="{8071E04F-698A-8CB3-1222-4E990B222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8157944" y="2214478"/>
              <a:ext cx="708129" cy="708129"/>
            </a:xfrm>
            <a:prstGeom prst="rect">
              <a:avLst/>
            </a:prstGeom>
          </p:spPr>
        </p:pic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A3C6DBB7-B09D-B6E9-D2DA-B48E95EC2809}"/>
                </a:ext>
              </a:extLst>
            </p:cNvPr>
            <p:cNvSpPr txBox="1"/>
            <p:nvPr/>
          </p:nvSpPr>
          <p:spPr>
            <a:xfrm>
              <a:off x="7781753" y="2850403"/>
              <a:ext cx="142677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Anamnesis</a:t>
              </a:r>
            </a:p>
          </p:txBody>
        </p:sp>
      </p:grpSp>
      <p:sp>
        <p:nvSpPr>
          <p:cNvPr id="109" name="Up Arrow 108">
            <a:extLst>
              <a:ext uri="{FF2B5EF4-FFF2-40B4-BE49-F238E27FC236}">
                <a16:creationId xmlns:a16="http://schemas.microsoft.com/office/drawing/2014/main" id="{550A476A-C65D-0DB3-C027-F7724B089817}"/>
              </a:ext>
            </a:extLst>
          </p:cNvPr>
          <p:cNvSpPr/>
          <p:nvPr/>
        </p:nvSpPr>
        <p:spPr>
          <a:xfrm rot="10800000">
            <a:off x="9360740" y="1447147"/>
            <a:ext cx="225758" cy="370490"/>
          </a:xfrm>
          <a:prstGeom prst="up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31B661-A413-E4B5-38E2-A0531E021B61}"/>
              </a:ext>
            </a:extLst>
          </p:cNvPr>
          <p:cNvGrpSpPr/>
          <p:nvPr/>
        </p:nvGrpSpPr>
        <p:grpSpPr>
          <a:xfrm>
            <a:off x="10695313" y="463507"/>
            <a:ext cx="1522013" cy="1223727"/>
            <a:chOff x="10695313" y="463507"/>
            <a:chExt cx="1522013" cy="1223727"/>
          </a:xfrm>
        </p:grpSpPr>
        <p:pic>
          <p:nvPicPr>
            <p:cNvPr id="111" name="Graphic 110" descr="Man outline">
              <a:extLst>
                <a:ext uri="{FF2B5EF4-FFF2-40B4-BE49-F238E27FC236}">
                  <a16:creationId xmlns:a16="http://schemas.microsoft.com/office/drawing/2014/main" id="{7ED46D51-396A-406A-D7FD-8A9546EA3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10993599" y="463507"/>
              <a:ext cx="1223727" cy="1223727"/>
            </a:xfrm>
            <a:prstGeom prst="rect">
              <a:avLst/>
            </a:prstGeom>
          </p:spPr>
        </p:pic>
        <p:pic>
          <p:nvPicPr>
            <p:cNvPr id="112" name="Graphic 111" descr="Woman outline">
              <a:extLst>
                <a:ext uri="{FF2B5EF4-FFF2-40B4-BE49-F238E27FC236}">
                  <a16:creationId xmlns:a16="http://schemas.microsoft.com/office/drawing/2014/main" id="{59C0FFE0-B022-37A7-6E11-987C16C537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95313" y="463507"/>
              <a:ext cx="1223727" cy="1223727"/>
            </a:xfrm>
            <a:prstGeom prst="rect">
              <a:avLst/>
            </a:prstGeom>
          </p:spPr>
        </p:pic>
      </p:grpSp>
      <p:sp>
        <p:nvSpPr>
          <p:cNvPr id="113" name="Up Arrow 112">
            <a:extLst>
              <a:ext uri="{FF2B5EF4-FFF2-40B4-BE49-F238E27FC236}">
                <a16:creationId xmlns:a16="http://schemas.microsoft.com/office/drawing/2014/main" id="{1EFA332D-1C64-18FF-1A68-54C379F2BCFD}"/>
              </a:ext>
            </a:extLst>
          </p:cNvPr>
          <p:cNvSpPr/>
          <p:nvPr/>
        </p:nvSpPr>
        <p:spPr>
          <a:xfrm rot="16200000">
            <a:off x="10643904" y="894282"/>
            <a:ext cx="225758" cy="370490"/>
          </a:xfrm>
          <a:prstGeom prst="up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32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193</Words>
  <Application>Microsoft Macintosh PowerPoint</Application>
  <PresentationFormat>Widescreen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Rahjouei, Ali</dc:creator>
  <cp:lastModifiedBy>Rahjouei, Ali</cp:lastModifiedBy>
  <cp:revision>4</cp:revision>
  <dcterms:created xsi:type="dcterms:W3CDTF">2026-03-23T07:36:54Z</dcterms:created>
  <dcterms:modified xsi:type="dcterms:W3CDTF">2026-03-23T20:31:17Z</dcterms:modified>
</cp:coreProperties>
</file>